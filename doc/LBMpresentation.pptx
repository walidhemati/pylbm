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4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2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media8.mp4" ContentType="video/mp4"/>
  <Override PartName="/ppt/media/image9.png" ContentType="image/png"/>
  <Override PartName="/ppt/slideLayouts/slideLayout2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slideLayout21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</p:sld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hyperlink" Target="https://bit.ly/3A1uf1Q" TargetMode="External"/><Relationship Id="rId10" Type="http://schemas.openxmlformats.org/officeDocument/2006/relationships/hyperlink" Target="http://bit.ly/2TyoMsr" TargetMode="External"/><Relationship Id="rId11" Type="http://schemas.openxmlformats.org/officeDocument/2006/relationships/hyperlink" Target="http://bit.ly/2TtBDfr" TargetMode="External"/><Relationship Id="rId1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1" name="Google Shape;10;p2"/>
          <p:cNvGrpSpPr/>
          <p:nvPr/>
        </p:nvGrpSpPr>
        <p:grpSpPr>
          <a:xfrm>
            <a:off x="-1914480" y="-2394000"/>
            <a:ext cx="13204080" cy="9414720"/>
            <a:chOff x="-1914480" y="-2394000"/>
            <a:chExt cx="13204080" cy="9414720"/>
          </a:xfrm>
        </p:grpSpPr>
        <p:pic>
          <p:nvPicPr>
            <p:cNvPr id="2" name="Google Shape;11;p2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>
              <a:off x="1839960" y="488520"/>
              <a:ext cx="8420040" cy="569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2;p2" descr=""/>
            <p:cNvPicPr/>
            <p:nvPr/>
          </p:nvPicPr>
          <p:blipFill>
            <a:blip r:embed="rId4"/>
            <a:stretch/>
          </p:blipFill>
          <p:spPr>
            <a:xfrm flipH="1" rot="10800000">
              <a:off x="-1743480" y="-107064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3;p2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4211280" y="-96624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" name="Google Shape;14;p2" descr=""/>
            <p:cNvPicPr/>
            <p:nvPr/>
          </p:nvPicPr>
          <p:blipFill>
            <a:blip r:embed="rId6"/>
            <a:stretch/>
          </p:blipFill>
          <p:spPr>
            <a:xfrm>
              <a:off x="-1454040" y="2557440"/>
              <a:ext cx="5346360" cy="349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5;p2" descr=""/>
            <p:cNvPicPr/>
            <p:nvPr/>
          </p:nvPicPr>
          <p:blipFill>
            <a:blip r:embed="rId7"/>
            <a:stretch/>
          </p:blipFill>
          <p:spPr>
            <a:xfrm>
              <a:off x="-1378440" y="3400200"/>
              <a:ext cx="4414680" cy="288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" name="Google Shape;16;p2" descr=""/>
            <p:cNvPicPr/>
            <p:nvPr/>
          </p:nvPicPr>
          <p:blipFill>
            <a:blip r:embed="rId8"/>
            <a:stretch/>
          </p:blipFill>
          <p:spPr>
            <a:xfrm flipH="1" rot="10800000">
              <a:off x="4826160" y="-204660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" name="Google Shape;17;p2"/>
            <p:cNvSpPr/>
            <p:nvPr/>
          </p:nvSpPr>
          <p:spPr>
            <a:xfrm flipH="1" rot="499800">
              <a:off x="6234480" y="-163476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 flipH="1" rot="499800">
              <a:off x="6463440" y="-186408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 flipH="1" rot="499800">
              <a:off x="6692760" y="-209304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 flipH="1" rot="10800000">
              <a:off x="-1601280" y="3105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 flipH="1" rot="10800000">
              <a:off x="-1758240" y="344304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" name="Google Shape;22;p2"/>
            <p:cNvSpPr/>
            <p:nvPr/>
          </p:nvSpPr>
          <p:spPr>
            <a:xfrm flipH="1" rot="10800000">
              <a:off x="-1914840" y="3780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4" name="Google Shape;25;p2"/>
          <p:cNvGrpSpPr/>
          <p:nvPr/>
        </p:nvGrpSpPr>
        <p:grpSpPr>
          <a:xfrm>
            <a:off x="265320" y="160920"/>
            <a:ext cx="8589240" cy="4827960"/>
            <a:chOff x="265320" y="160920"/>
            <a:chExt cx="8589240" cy="4827960"/>
          </a:xfrm>
        </p:grpSpPr>
        <p:sp>
          <p:nvSpPr>
            <p:cNvPr id="15" name="Google Shape;26;p2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" name="Google Shape;27;p2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" name="Google Shape;28;p2"/>
            <p:cNvSpPr/>
            <p:nvPr/>
          </p:nvSpPr>
          <p:spPr>
            <a:xfrm>
              <a:off x="265320" y="14252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" name="Google Shape;29;p2"/>
            <p:cNvSpPr/>
            <p:nvPr/>
          </p:nvSpPr>
          <p:spPr>
            <a:xfrm>
              <a:off x="355680" y="11394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" name="Google Shape;30;p2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" name="Google Shape;31;p2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" name="Google Shape;32;p2"/>
            <p:cNvSpPr/>
            <p:nvPr/>
          </p:nvSpPr>
          <p:spPr>
            <a:xfrm>
              <a:off x="3331800" y="160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" name="Google Shape;33;p2"/>
            <p:cNvSpPr/>
            <p:nvPr/>
          </p:nvSpPr>
          <p:spPr>
            <a:xfrm>
              <a:off x="2141280" y="239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" name="Google Shape;34;p2"/>
            <p:cNvSpPr/>
            <p:nvPr/>
          </p:nvSpPr>
          <p:spPr>
            <a:xfrm>
              <a:off x="8252640" y="16822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" name="Google Shape;35;p2"/>
            <p:cNvSpPr/>
            <p:nvPr/>
          </p:nvSpPr>
          <p:spPr>
            <a:xfrm>
              <a:off x="2867760" y="1630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" name="Google Shape;36;p2"/>
            <p:cNvSpPr/>
            <p:nvPr/>
          </p:nvSpPr>
          <p:spPr>
            <a:xfrm>
              <a:off x="4966560" y="347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" name="Google Shape;37;p2"/>
            <p:cNvSpPr/>
            <p:nvPr/>
          </p:nvSpPr>
          <p:spPr>
            <a:xfrm>
              <a:off x="809820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" name="Google Shape;38;p2"/>
            <p:cNvSpPr/>
            <p:nvPr/>
          </p:nvSpPr>
          <p:spPr>
            <a:xfrm>
              <a:off x="341280" y="3441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" name="Google Shape;39;p2"/>
            <p:cNvSpPr/>
            <p:nvPr/>
          </p:nvSpPr>
          <p:spPr>
            <a:xfrm>
              <a:off x="3395880" y="48967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;p2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34" name="Google Shape;10;p2"/>
          <p:cNvGrpSpPr/>
          <p:nvPr/>
        </p:nvGrpSpPr>
        <p:grpSpPr>
          <a:xfrm>
            <a:off x="-1914480" y="-2394000"/>
            <a:ext cx="13204080" cy="9414720"/>
            <a:chOff x="-1914480" y="-2394000"/>
            <a:chExt cx="13204080" cy="9414720"/>
          </a:xfrm>
        </p:grpSpPr>
        <p:pic>
          <p:nvPicPr>
            <p:cNvPr id="35" name="Google Shape;11;p2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>
              <a:off x="1839960" y="488520"/>
              <a:ext cx="8420040" cy="569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" name="Google Shape;12;p2" descr=""/>
            <p:cNvPicPr/>
            <p:nvPr/>
          </p:nvPicPr>
          <p:blipFill>
            <a:blip r:embed="rId4"/>
            <a:stretch/>
          </p:blipFill>
          <p:spPr>
            <a:xfrm flipH="1" rot="10800000">
              <a:off x="-1743480" y="-107064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" name="Google Shape;13;p2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4211280" y="-96624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8" name="Google Shape;14;p2" descr=""/>
            <p:cNvPicPr/>
            <p:nvPr/>
          </p:nvPicPr>
          <p:blipFill>
            <a:blip r:embed="rId6"/>
            <a:stretch/>
          </p:blipFill>
          <p:spPr>
            <a:xfrm>
              <a:off x="-1454040" y="2557440"/>
              <a:ext cx="5346360" cy="349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" name="Google Shape;15;p2" descr=""/>
            <p:cNvPicPr/>
            <p:nvPr/>
          </p:nvPicPr>
          <p:blipFill>
            <a:blip r:embed="rId7"/>
            <a:stretch/>
          </p:blipFill>
          <p:spPr>
            <a:xfrm>
              <a:off x="-1378440" y="3400200"/>
              <a:ext cx="4414680" cy="288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" name="Google Shape;16;p2" descr=""/>
            <p:cNvPicPr/>
            <p:nvPr/>
          </p:nvPicPr>
          <p:blipFill>
            <a:blip r:embed="rId8"/>
            <a:stretch/>
          </p:blipFill>
          <p:spPr>
            <a:xfrm flipH="1" rot="10800000">
              <a:off x="4826160" y="-204660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" name="Google Shape;17;p2"/>
            <p:cNvSpPr/>
            <p:nvPr/>
          </p:nvSpPr>
          <p:spPr>
            <a:xfrm flipH="1" rot="499800">
              <a:off x="6234480" y="-163476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" name="Google Shape;18;p2"/>
            <p:cNvSpPr/>
            <p:nvPr/>
          </p:nvSpPr>
          <p:spPr>
            <a:xfrm flipH="1" rot="499800">
              <a:off x="6463440" y="-186408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" name="Google Shape;19;p2"/>
            <p:cNvSpPr/>
            <p:nvPr/>
          </p:nvSpPr>
          <p:spPr>
            <a:xfrm flipH="1" rot="499800">
              <a:off x="6692760" y="-209304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" name="Google Shape;20;p2"/>
            <p:cNvSpPr/>
            <p:nvPr/>
          </p:nvSpPr>
          <p:spPr>
            <a:xfrm flipH="1" rot="10800000">
              <a:off x="-1601280" y="3105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" name="Google Shape;21;p2"/>
            <p:cNvSpPr/>
            <p:nvPr/>
          </p:nvSpPr>
          <p:spPr>
            <a:xfrm flipH="1" rot="10800000">
              <a:off x="-1758240" y="344304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" name="Google Shape;22;p2"/>
            <p:cNvSpPr/>
            <p:nvPr/>
          </p:nvSpPr>
          <p:spPr>
            <a:xfrm flipH="1" rot="10800000">
              <a:off x="-1914840" y="3780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7" name="Google Shape;25;p2"/>
          <p:cNvGrpSpPr/>
          <p:nvPr/>
        </p:nvGrpSpPr>
        <p:grpSpPr>
          <a:xfrm>
            <a:off x="265320" y="160920"/>
            <a:ext cx="8589240" cy="4827960"/>
            <a:chOff x="265320" y="160920"/>
            <a:chExt cx="8589240" cy="4827960"/>
          </a:xfrm>
        </p:grpSpPr>
        <p:sp>
          <p:nvSpPr>
            <p:cNvPr id="48" name="Google Shape;26;p2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" name="Google Shape;27;p2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" name="Google Shape;28;p2"/>
            <p:cNvSpPr/>
            <p:nvPr/>
          </p:nvSpPr>
          <p:spPr>
            <a:xfrm>
              <a:off x="265320" y="14252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" name="Google Shape;29;p2"/>
            <p:cNvSpPr/>
            <p:nvPr/>
          </p:nvSpPr>
          <p:spPr>
            <a:xfrm>
              <a:off x="355680" y="11394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" name="Google Shape;30;p2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" name="Google Shape;31;p2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" name="Google Shape;32;p2"/>
            <p:cNvSpPr/>
            <p:nvPr/>
          </p:nvSpPr>
          <p:spPr>
            <a:xfrm>
              <a:off x="3331800" y="160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" name="Google Shape;33;p2"/>
            <p:cNvSpPr/>
            <p:nvPr/>
          </p:nvSpPr>
          <p:spPr>
            <a:xfrm>
              <a:off x="2141280" y="239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" name="Google Shape;34;p2"/>
            <p:cNvSpPr/>
            <p:nvPr/>
          </p:nvSpPr>
          <p:spPr>
            <a:xfrm>
              <a:off x="8252640" y="16822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" name="Google Shape;35;p2"/>
            <p:cNvSpPr/>
            <p:nvPr/>
          </p:nvSpPr>
          <p:spPr>
            <a:xfrm>
              <a:off x="2867760" y="1630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" name="Google Shape;36;p2"/>
            <p:cNvSpPr/>
            <p:nvPr/>
          </p:nvSpPr>
          <p:spPr>
            <a:xfrm>
              <a:off x="4966560" y="347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" name="Google Shape;37;p2"/>
            <p:cNvSpPr/>
            <p:nvPr/>
          </p:nvSpPr>
          <p:spPr>
            <a:xfrm>
              <a:off x="809820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" name="Google Shape;38;p2"/>
            <p:cNvSpPr/>
            <p:nvPr/>
          </p:nvSpPr>
          <p:spPr>
            <a:xfrm>
              <a:off x="341280" y="3441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" name="Google Shape;39;p2"/>
            <p:cNvSpPr/>
            <p:nvPr/>
          </p:nvSpPr>
          <p:spPr>
            <a:xfrm>
              <a:off x="3395880" y="48967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9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9;p2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67" name="Google Shape;10;p2"/>
          <p:cNvGrpSpPr/>
          <p:nvPr/>
        </p:nvGrpSpPr>
        <p:grpSpPr>
          <a:xfrm>
            <a:off x="-1914480" y="-2394000"/>
            <a:ext cx="13204080" cy="9414720"/>
            <a:chOff x="-1914480" y="-2394000"/>
            <a:chExt cx="13204080" cy="9414720"/>
          </a:xfrm>
        </p:grpSpPr>
        <p:pic>
          <p:nvPicPr>
            <p:cNvPr id="68" name="Google Shape;11;p2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>
              <a:off x="1839960" y="488520"/>
              <a:ext cx="8420040" cy="569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9" name="Google Shape;12;p2" descr=""/>
            <p:cNvPicPr/>
            <p:nvPr/>
          </p:nvPicPr>
          <p:blipFill>
            <a:blip r:embed="rId4"/>
            <a:stretch/>
          </p:blipFill>
          <p:spPr>
            <a:xfrm flipH="1" rot="10800000">
              <a:off x="-1743480" y="-107064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0" name="Google Shape;13;p2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4211280" y="-96624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1" name="Google Shape;14;p2" descr=""/>
            <p:cNvPicPr/>
            <p:nvPr/>
          </p:nvPicPr>
          <p:blipFill>
            <a:blip r:embed="rId6"/>
            <a:stretch/>
          </p:blipFill>
          <p:spPr>
            <a:xfrm>
              <a:off x="-1454040" y="2557440"/>
              <a:ext cx="5346360" cy="349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2" name="Google Shape;15;p2" descr=""/>
            <p:cNvPicPr/>
            <p:nvPr/>
          </p:nvPicPr>
          <p:blipFill>
            <a:blip r:embed="rId7"/>
            <a:stretch/>
          </p:blipFill>
          <p:spPr>
            <a:xfrm>
              <a:off x="-1378440" y="3400200"/>
              <a:ext cx="4414680" cy="288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3" name="Google Shape;16;p2" descr=""/>
            <p:cNvPicPr/>
            <p:nvPr/>
          </p:nvPicPr>
          <p:blipFill>
            <a:blip r:embed="rId8"/>
            <a:stretch/>
          </p:blipFill>
          <p:spPr>
            <a:xfrm flipH="1" rot="10800000">
              <a:off x="4826160" y="-204660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4" name="Google Shape;17;p2"/>
            <p:cNvSpPr/>
            <p:nvPr/>
          </p:nvSpPr>
          <p:spPr>
            <a:xfrm flipH="1" rot="499800">
              <a:off x="6234480" y="-163476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Google Shape;18;p2"/>
            <p:cNvSpPr/>
            <p:nvPr/>
          </p:nvSpPr>
          <p:spPr>
            <a:xfrm flipH="1" rot="499800">
              <a:off x="6463440" y="-186408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Google Shape;19;p2"/>
            <p:cNvSpPr/>
            <p:nvPr/>
          </p:nvSpPr>
          <p:spPr>
            <a:xfrm flipH="1" rot="499800">
              <a:off x="6692760" y="-2093040"/>
              <a:ext cx="4385160" cy="3241440"/>
            </a:xfrm>
            <a:custGeom>
              <a:avLst/>
              <a:gdLst>
                <a:gd name="textAreaLeft" fmla="*/ -1080 w 4385160"/>
                <a:gd name="textAreaRight" fmla="*/ 4386240 w 43851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Google Shape;20;p2"/>
            <p:cNvSpPr/>
            <p:nvPr/>
          </p:nvSpPr>
          <p:spPr>
            <a:xfrm flipH="1" rot="10800000">
              <a:off x="-1601280" y="3105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Google Shape;21;p2"/>
            <p:cNvSpPr/>
            <p:nvPr/>
          </p:nvSpPr>
          <p:spPr>
            <a:xfrm flipH="1" rot="10800000">
              <a:off x="-1758240" y="344304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Google Shape;22;p2"/>
            <p:cNvSpPr/>
            <p:nvPr/>
          </p:nvSpPr>
          <p:spPr>
            <a:xfrm flipH="1" rot="10800000">
              <a:off x="-1914840" y="3780720"/>
              <a:ext cx="4381560" cy="3240000"/>
            </a:xfrm>
            <a:custGeom>
              <a:avLst/>
              <a:gdLst>
                <a:gd name="textAreaLeft" fmla="*/ 1080 w 4381560"/>
                <a:gd name="textAreaRight" fmla="*/ 438480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80" name="Google Shape;25;p2"/>
          <p:cNvGrpSpPr/>
          <p:nvPr/>
        </p:nvGrpSpPr>
        <p:grpSpPr>
          <a:xfrm>
            <a:off x="265320" y="160920"/>
            <a:ext cx="8589240" cy="4827960"/>
            <a:chOff x="265320" y="160920"/>
            <a:chExt cx="8589240" cy="4827960"/>
          </a:xfrm>
        </p:grpSpPr>
        <p:sp>
          <p:nvSpPr>
            <p:cNvPr id="81" name="Google Shape;26;p2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2" name="Google Shape;27;p2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3" name="Google Shape;28;p2"/>
            <p:cNvSpPr/>
            <p:nvPr/>
          </p:nvSpPr>
          <p:spPr>
            <a:xfrm>
              <a:off x="265320" y="14252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Google Shape;29;p2"/>
            <p:cNvSpPr/>
            <p:nvPr/>
          </p:nvSpPr>
          <p:spPr>
            <a:xfrm>
              <a:off x="355680" y="11394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Google Shape;30;p2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Google Shape;31;p2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Google Shape;32;p2"/>
            <p:cNvSpPr/>
            <p:nvPr/>
          </p:nvSpPr>
          <p:spPr>
            <a:xfrm>
              <a:off x="3331800" y="160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Google Shape;33;p2"/>
            <p:cNvSpPr/>
            <p:nvPr/>
          </p:nvSpPr>
          <p:spPr>
            <a:xfrm>
              <a:off x="2141280" y="239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Google Shape;34;p2"/>
            <p:cNvSpPr/>
            <p:nvPr/>
          </p:nvSpPr>
          <p:spPr>
            <a:xfrm>
              <a:off x="8252640" y="16822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Google Shape;35;p2"/>
            <p:cNvSpPr/>
            <p:nvPr/>
          </p:nvSpPr>
          <p:spPr>
            <a:xfrm>
              <a:off x="2867760" y="1630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Google Shape;36;p2"/>
            <p:cNvSpPr/>
            <p:nvPr/>
          </p:nvSpPr>
          <p:spPr>
            <a:xfrm>
              <a:off x="4966560" y="347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Google Shape;37;p2"/>
            <p:cNvSpPr/>
            <p:nvPr/>
          </p:nvSpPr>
          <p:spPr>
            <a:xfrm>
              <a:off x="809820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Google Shape;38;p2"/>
            <p:cNvSpPr/>
            <p:nvPr/>
          </p:nvSpPr>
          <p:spPr>
            <a:xfrm>
              <a:off x="341280" y="3441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Google Shape;39;p2"/>
            <p:cNvSpPr/>
            <p:nvPr/>
          </p:nvSpPr>
          <p:spPr>
            <a:xfrm>
              <a:off x="3395880" y="48967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9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208;p11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98" name="Google Shape;209;p11"/>
          <p:cNvGrpSpPr/>
          <p:nvPr/>
        </p:nvGrpSpPr>
        <p:grpSpPr>
          <a:xfrm>
            <a:off x="-1548000" y="-2177640"/>
            <a:ext cx="12705120" cy="8989560"/>
            <a:chOff x="-1548000" y="-2177640"/>
            <a:chExt cx="12705120" cy="8989560"/>
          </a:xfrm>
        </p:grpSpPr>
        <p:pic>
          <p:nvPicPr>
            <p:cNvPr id="99" name="Google Shape;210;p11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>
              <a:off x="1422000" y="279360"/>
              <a:ext cx="7919640" cy="5358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0" name="Google Shape;211;p11" descr=""/>
            <p:cNvPicPr/>
            <p:nvPr/>
          </p:nvPicPr>
          <p:blipFill>
            <a:blip r:embed="rId4"/>
            <a:stretch/>
          </p:blipFill>
          <p:spPr>
            <a:xfrm rot="16200000">
              <a:off x="5019840" y="1662840"/>
              <a:ext cx="6198840" cy="3435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Google Shape;212;p11" descr=""/>
            <p:cNvPicPr/>
            <p:nvPr/>
          </p:nvPicPr>
          <p:blipFill>
            <a:blip r:embed="rId5"/>
            <a:stretch/>
          </p:blipFill>
          <p:spPr>
            <a:xfrm rot="10800000">
              <a:off x="-1280160" y="-1503360"/>
              <a:ext cx="5852160" cy="551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2" name="Google Shape;213;p11" descr=""/>
            <p:cNvPicPr/>
            <p:nvPr/>
          </p:nvPicPr>
          <p:blipFill>
            <a:blip r:embed="rId6"/>
            <a:stretch/>
          </p:blipFill>
          <p:spPr>
            <a:xfrm rot="16200000">
              <a:off x="5415840" y="1994400"/>
              <a:ext cx="6198840" cy="3435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Google Shape;214;p11" descr=""/>
            <p:cNvPicPr/>
            <p:nvPr/>
          </p:nvPicPr>
          <p:blipFill>
            <a:blip r:embed="rId7"/>
            <a:stretch/>
          </p:blipFill>
          <p:spPr>
            <a:xfrm rot="10800000">
              <a:off x="-1547640" y="-2177640"/>
              <a:ext cx="5852160" cy="5511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4" name="Google Shape;215;p11"/>
            <p:cNvSpPr/>
            <p:nvPr/>
          </p:nvSpPr>
          <p:spPr>
            <a:xfrm flipH="1" rot="5400000">
              <a:off x="6946200" y="1783800"/>
              <a:ext cx="4433040" cy="3278160"/>
            </a:xfrm>
            <a:custGeom>
              <a:avLst/>
              <a:gdLst>
                <a:gd name="textAreaLeft" fmla="*/ -1080 w 4433040"/>
                <a:gd name="textAreaRight" fmla="*/ 4434120 w 4433040"/>
                <a:gd name="textAreaTop" fmla="*/ 0 h 3278160"/>
                <a:gd name="textAreaBottom" fmla="*/ 3280320 h 3278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" name="Google Shape;216;p11"/>
            <p:cNvSpPr/>
            <p:nvPr/>
          </p:nvSpPr>
          <p:spPr>
            <a:xfrm flipH="1" rot="5400000">
              <a:off x="7301520" y="2139480"/>
              <a:ext cx="4433040" cy="3278160"/>
            </a:xfrm>
            <a:custGeom>
              <a:avLst/>
              <a:gdLst>
                <a:gd name="textAreaLeft" fmla="*/ -1080 w 4433040"/>
                <a:gd name="textAreaRight" fmla="*/ 4434120 w 4433040"/>
                <a:gd name="textAreaTop" fmla="*/ 0 h 3278160"/>
                <a:gd name="textAreaBottom" fmla="*/ 3280320 h 3278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06" name="Google Shape;219;p11"/>
          <p:cNvGrpSpPr/>
          <p:nvPr/>
        </p:nvGrpSpPr>
        <p:grpSpPr>
          <a:xfrm>
            <a:off x="274680" y="86760"/>
            <a:ext cx="8397000" cy="4897800"/>
            <a:chOff x="274680" y="86760"/>
            <a:chExt cx="8397000" cy="4897800"/>
          </a:xfrm>
        </p:grpSpPr>
        <p:sp>
          <p:nvSpPr>
            <p:cNvPr id="107" name="Google Shape;220;p11"/>
            <p:cNvSpPr/>
            <p:nvPr/>
          </p:nvSpPr>
          <p:spPr>
            <a:xfrm>
              <a:off x="8444520" y="17316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" name="Google Shape;221;p11"/>
            <p:cNvSpPr/>
            <p:nvPr/>
          </p:nvSpPr>
          <p:spPr>
            <a:xfrm>
              <a:off x="8615520" y="82908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" name="Google Shape;222;p11"/>
            <p:cNvSpPr/>
            <p:nvPr/>
          </p:nvSpPr>
          <p:spPr>
            <a:xfrm>
              <a:off x="541080" y="3625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" name="Google Shape;223;p11"/>
            <p:cNvSpPr/>
            <p:nvPr/>
          </p:nvSpPr>
          <p:spPr>
            <a:xfrm>
              <a:off x="274680" y="4842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" name="Google Shape;224;p11"/>
            <p:cNvSpPr/>
            <p:nvPr/>
          </p:nvSpPr>
          <p:spPr>
            <a:xfrm>
              <a:off x="6916320" y="47041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" name="Google Shape;225;p11"/>
            <p:cNvSpPr/>
            <p:nvPr/>
          </p:nvSpPr>
          <p:spPr>
            <a:xfrm>
              <a:off x="4027320" y="36000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" name="Google Shape;226;p11"/>
            <p:cNvSpPr/>
            <p:nvPr/>
          </p:nvSpPr>
          <p:spPr>
            <a:xfrm>
              <a:off x="4212000" y="160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" name="Google Shape;227;p11"/>
            <p:cNvSpPr/>
            <p:nvPr/>
          </p:nvSpPr>
          <p:spPr>
            <a:xfrm>
              <a:off x="760680" y="17316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" name="Google Shape;228;p11"/>
            <p:cNvSpPr/>
            <p:nvPr/>
          </p:nvSpPr>
          <p:spPr>
            <a:xfrm>
              <a:off x="3767040" y="47365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" name="Google Shape;229;p11"/>
            <p:cNvSpPr/>
            <p:nvPr/>
          </p:nvSpPr>
          <p:spPr>
            <a:xfrm>
              <a:off x="1701360" y="86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" name="Google Shape;230;p11"/>
            <p:cNvSpPr/>
            <p:nvPr/>
          </p:nvSpPr>
          <p:spPr>
            <a:xfrm>
              <a:off x="8073360" y="27936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" name="Google Shape;231;p11"/>
            <p:cNvSpPr/>
            <p:nvPr/>
          </p:nvSpPr>
          <p:spPr>
            <a:xfrm>
              <a:off x="274680" y="400824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" name="Google Shape;232;p11"/>
            <p:cNvSpPr/>
            <p:nvPr/>
          </p:nvSpPr>
          <p:spPr>
            <a:xfrm>
              <a:off x="972720" y="4763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" name="Google Shape;233;p11"/>
            <p:cNvSpPr/>
            <p:nvPr/>
          </p:nvSpPr>
          <p:spPr>
            <a:xfrm>
              <a:off x="3395880" y="48967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8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236;p13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126" name="Google Shape;237;p13"/>
          <p:cNvGrpSpPr/>
          <p:nvPr/>
        </p:nvGrpSpPr>
        <p:grpSpPr>
          <a:xfrm>
            <a:off x="-703800" y="-1573560"/>
            <a:ext cx="11565360" cy="8070120"/>
            <a:chOff x="-703800" y="-1573560"/>
            <a:chExt cx="11565360" cy="8070120"/>
          </a:xfrm>
        </p:grpSpPr>
        <p:pic>
          <p:nvPicPr>
            <p:cNvPr id="127" name="Google Shape;238;p13" descr=""/>
            <p:cNvPicPr/>
            <p:nvPr/>
          </p:nvPicPr>
          <p:blipFill>
            <a:blip r:embed="rId3"/>
            <a:stretch/>
          </p:blipFill>
          <p:spPr>
            <a:xfrm flipH="1">
              <a:off x="6194880" y="3320640"/>
              <a:ext cx="4065120" cy="238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8" name="Google Shape;239;p13" descr=""/>
            <p:cNvPicPr/>
            <p:nvPr/>
          </p:nvPicPr>
          <p:blipFill>
            <a:blip r:embed="rId4"/>
            <a:stretch/>
          </p:blipFill>
          <p:spPr>
            <a:xfrm flipH="1">
              <a:off x="6417000" y="3553920"/>
              <a:ext cx="4065120" cy="238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Google Shape;240;p13" descr=""/>
            <p:cNvPicPr/>
            <p:nvPr/>
          </p:nvPicPr>
          <p:blipFill>
            <a:blip r:embed="rId5"/>
            <a:stretch/>
          </p:blipFill>
          <p:spPr>
            <a:xfrm flipH="1" rot="5400000">
              <a:off x="-743400" y="-951840"/>
              <a:ext cx="3108960" cy="2455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0" name="Google Shape;241;p13" descr=""/>
            <p:cNvPicPr/>
            <p:nvPr/>
          </p:nvPicPr>
          <p:blipFill>
            <a:blip r:embed="rId6"/>
            <a:stretch/>
          </p:blipFill>
          <p:spPr>
            <a:xfrm flipH="1" rot="5400000">
              <a:off x="-932400" y="-1247040"/>
              <a:ext cx="3108960" cy="2455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1" name="Google Shape;242;p13"/>
            <p:cNvSpPr/>
            <p:nvPr/>
          </p:nvSpPr>
          <p:spPr>
            <a:xfrm rot="11301600">
              <a:off x="7214040" y="3424320"/>
              <a:ext cx="3352680" cy="2478960"/>
            </a:xfrm>
            <a:custGeom>
              <a:avLst/>
              <a:gdLst>
                <a:gd name="textAreaLeft" fmla="*/ 0 w 3352680"/>
                <a:gd name="textAreaRight" fmla="*/ 3354840 w 3352680"/>
                <a:gd name="textAreaTop" fmla="*/ 0 h 2478960"/>
                <a:gd name="textAreaBottom" fmla="*/ 2481120 h 24789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" name="Google Shape;243;p13"/>
            <p:cNvSpPr/>
            <p:nvPr/>
          </p:nvSpPr>
          <p:spPr>
            <a:xfrm rot="11301600">
              <a:off x="7346520" y="3786840"/>
              <a:ext cx="3352680" cy="2478960"/>
            </a:xfrm>
            <a:custGeom>
              <a:avLst/>
              <a:gdLst>
                <a:gd name="textAreaLeft" fmla="*/ 0 w 3352680"/>
                <a:gd name="textAreaRight" fmla="*/ 3354840 w 3352680"/>
                <a:gd name="textAreaTop" fmla="*/ 0 h 2478960"/>
                <a:gd name="textAreaBottom" fmla="*/ 2481120 h 24789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" name="Google Shape;244;p13"/>
            <p:cNvSpPr/>
            <p:nvPr/>
          </p:nvSpPr>
          <p:spPr>
            <a:xfrm flipH="1" rot="16339800">
              <a:off x="-757800" y="-1052640"/>
              <a:ext cx="2358000" cy="1742760"/>
            </a:xfrm>
            <a:custGeom>
              <a:avLst/>
              <a:gdLst>
                <a:gd name="textAreaLeft" fmla="*/ -1080 w 2358000"/>
                <a:gd name="textAreaRight" fmla="*/ 2359080 w 235800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" name="Google Shape;245;p13"/>
            <p:cNvSpPr/>
            <p:nvPr/>
          </p:nvSpPr>
          <p:spPr>
            <a:xfrm flipH="1" rot="16339800">
              <a:off x="-964440" y="-1217880"/>
              <a:ext cx="2358000" cy="1742760"/>
            </a:xfrm>
            <a:custGeom>
              <a:avLst/>
              <a:gdLst>
                <a:gd name="textAreaLeft" fmla="*/ -1080 w 2358000"/>
                <a:gd name="textAreaRight" fmla="*/ 2359080 w 235800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5" name="Google Shape;259;p13"/>
          <p:cNvGrpSpPr/>
          <p:nvPr/>
        </p:nvGrpSpPr>
        <p:grpSpPr>
          <a:xfrm>
            <a:off x="260280" y="204480"/>
            <a:ext cx="8642160" cy="4742280"/>
            <a:chOff x="260280" y="204480"/>
            <a:chExt cx="8642160" cy="4742280"/>
          </a:xfrm>
        </p:grpSpPr>
        <p:sp>
          <p:nvSpPr>
            <p:cNvPr id="136" name="Google Shape;260;p13"/>
            <p:cNvSpPr/>
            <p:nvPr/>
          </p:nvSpPr>
          <p:spPr>
            <a:xfrm>
              <a:off x="8611560" y="7304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7" name="Google Shape;261;p13"/>
            <p:cNvSpPr/>
            <p:nvPr/>
          </p:nvSpPr>
          <p:spPr>
            <a:xfrm>
              <a:off x="8654400" y="5310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8" name="Google Shape;262;p13"/>
            <p:cNvSpPr/>
            <p:nvPr/>
          </p:nvSpPr>
          <p:spPr>
            <a:xfrm>
              <a:off x="620280" y="4763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9" name="Google Shape;263;p13"/>
            <p:cNvSpPr/>
            <p:nvPr/>
          </p:nvSpPr>
          <p:spPr>
            <a:xfrm>
              <a:off x="8846280" y="29365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0" name="Google Shape;264;p13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1" name="Google Shape;265;p13"/>
            <p:cNvSpPr/>
            <p:nvPr/>
          </p:nvSpPr>
          <p:spPr>
            <a:xfrm>
              <a:off x="8553600" y="31586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2" name="Google Shape;266;p13"/>
            <p:cNvSpPr/>
            <p:nvPr/>
          </p:nvSpPr>
          <p:spPr>
            <a:xfrm>
              <a:off x="1186200" y="4770720"/>
              <a:ext cx="183600" cy="16812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68120"/>
                <a:gd name="textAreaBottom" fmla="*/ 170280 h 1681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" name="Google Shape;267;p13"/>
            <p:cNvSpPr/>
            <p:nvPr/>
          </p:nvSpPr>
          <p:spPr>
            <a:xfrm>
              <a:off x="8394120" y="2044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4" name="Google Shape;268;p13"/>
            <p:cNvSpPr/>
            <p:nvPr/>
          </p:nvSpPr>
          <p:spPr>
            <a:xfrm>
              <a:off x="260280" y="42858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5" name="Google Shape;269;p13"/>
            <p:cNvSpPr/>
            <p:nvPr/>
          </p:nvSpPr>
          <p:spPr>
            <a:xfrm>
              <a:off x="341280" y="17539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" name="Google Shape;270;p13"/>
            <p:cNvSpPr/>
            <p:nvPr/>
          </p:nvSpPr>
          <p:spPr>
            <a:xfrm>
              <a:off x="982800" y="47152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236;p13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150" name="Google Shape;237;p13"/>
          <p:cNvGrpSpPr/>
          <p:nvPr/>
        </p:nvGrpSpPr>
        <p:grpSpPr>
          <a:xfrm>
            <a:off x="-703800" y="-1573560"/>
            <a:ext cx="11565360" cy="8070120"/>
            <a:chOff x="-703800" y="-1573560"/>
            <a:chExt cx="11565360" cy="8070120"/>
          </a:xfrm>
        </p:grpSpPr>
        <p:pic>
          <p:nvPicPr>
            <p:cNvPr id="151" name="Google Shape;238;p13" descr=""/>
            <p:cNvPicPr/>
            <p:nvPr/>
          </p:nvPicPr>
          <p:blipFill>
            <a:blip r:embed="rId3"/>
            <a:stretch/>
          </p:blipFill>
          <p:spPr>
            <a:xfrm flipH="1">
              <a:off x="6194880" y="3320640"/>
              <a:ext cx="4065120" cy="238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2" name="Google Shape;239;p13" descr=""/>
            <p:cNvPicPr/>
            <p:nvPr/>
          </p:nvPicPr>
          <p:blipFill>
            <a:blip r:embed="rId4"/>
            <a:stretch/>
          </p:blipFill>
          <p:spPr>
            <a:xfrm flipH="1">
              <a:off x="6417000" y="3553920"/>
              <a:ext cx="4065120" cy="238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3" name="Google Shape;240;p13" descr=""/>
            <p:cNvPicPr/>
            <p:nvPr/>
          </p:nvPicPr>
          <p:blipFill>
            <a:blip r:embed="rId5"/>
            <a:stretch/>
          </p:blipFill>
          <p:spPr>
            <a:xfrm flipH="1" rot="5400000">
              <a:off x="-743400" y="-951840"/>
              <a:ext cx="3108960" cy="2455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4" name="Google Shape;241;p13" descr=""/>
            <p:cNvPicPr/>
            <p:nvPr/>
          </p:nvPicPr>
          <p:blipFill>
            <a:blip r:embed="rId6"/>
            <a:stretch/>
          </p:blipFill>
          <p:spPr>
            <a:xfrm flipH="1" rot="5400000">
              <a:off x="-932400" y="-1247040"/>
              <a:ext cx="3108960" cy="2455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5" name="Google Shape;242;p13"/>
            <p:cNvSpPr/>
            <p:nvPr/>
          </p:nvSpPr>
          <p:spPr>
            <a:xfrm rot="11301600">
              <a:off x="7214040" y="3424320"/>
              <a:ext cx="3352680" cy="2478960"/>
            </a:xfrm>
            <a:custGeom>
              <a:avLst/>
              <a:gdLst>
                <a:gd name="textAreaLeft" fmla="*/ 0 w 3352680"/>
                <a:gd name="textAreaRight" fmla="*/ 3354840 w 3352680"/>
                <a:gd name="textAreaTop" fmla="*/ 0 h 2478960"/>
                <a:gd name="textAreaBottom" fmla="*/ 2481120 h 24789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6" name="Google Shape;243;p13"/>
            <p:cNvSpPr/>
            <p:nvPr/>
          </p:nvSpPr>
          <p:spPr>
            <a:xfrm rot="11301600">
              <a:off x="7346520" y="3786840"/>
              <a:ext cx="3352680" cy="2478960"/>
            </a:xfrm>
            <a:custGeom>
              <a:avLst/>
              <a:gdLst>
                <a:gd name="textAreaLeft" fmla="*/ 0 w 3352680"/>
                <a:gd name="textAreaRight" fmla="*/ 3354840 w 3352680"/>
                <a:gd name="textAreaTop" fmla="*/ 0 h 2478960"/>
                <a:gd name="textAreaBottom" fmla="*/ 2481120 h 24789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7" name="Google Shape;244;p13"/>
            <p:cNvSpPr/>
            <p:nvPr/>
          </p:nvSpPr>
          <p:spPr>
            <a:xfrm flipH="1" rot="16339800">
              <a:off x="-757800" y="-1052640"/>
              <a:ext cx="2358000" cy="1742760"/>
            </a:xfrm>
            <a:custGeom>
              <a:avLst/>
              <a:gdLst>
                <a:gd name="textAreaLeft" fmla="*/ -1080 w 2358000"/>
                <a:gd name="textAreaRight" fmla="*/ 2359080 w 235800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8" name="Google Shape;245;p13"/>
            <p:cNvSpPr/>
            <p:nvPr/>
          </p:nvSpPr>
          <p:spPr>
            <a:xfrm flipH="1" rot="16339800">
              <a:off x="-964440" y="-1217880"/>
              <a:ext cx="2358000" cy="1742760"/>
            </a:xfrm>
            <a:custGeom>
              <a:avLst/>
              <a:gdLst>
                <a:gd name="textAreaLeft" fmla="*/ -1080 w 2358000"/>
                <a:gd name="textAreaRight" fmla="*/ 2359080 w 235800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59" name="Google Shape;259;p13"/>
          <p:cNvGrpSpPr/>
          <p:nvPr/>
        </p:nvGrpSpPr>
        <p:grpSpPr>
          <a:xfrm>
            <a:off x="260280" y="204480"/>
            <a:ext cx="8642160" cy="4742280"/>
            <a:chOff x="260280" y="204480"/>
            <a:chExt cx="8642160" cy="4742280"/>
          </a:xfrm>
        </p:grpSpPr>
        <p:sp>
          <p:nvSpPr>
            <p:cNvPr id="160" name="Google Shape;260;p13"/>
            <p:cNvSpPr/>
            <p:nvPr/>
          </p:nvSpPr>
          <p:spPr>
            <a:xfrm>
              <a:off x="8611560" y="7304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1" name="Google Shape;261;p13"/>
            <p:cNvSpPr/>
            <p:nvPr/>
          </p:nvSpPr>
          <p:spPr>
            <a:xfrm>
              <a:off x="8654400" y="5310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" name="Google Shape;262;p13"/>
            <p:cNvSpPr/>
            <p:nvPr/>
          </p:nvSpPr>
          <p:spPr>
            <a:xfrm>
              <a:off x="620280" y="4763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3" name="Google Shape;263;p13"/>
            <p:cNvSpPr/>
            <p:nvPr/>
          </p:nvSpPr>
          <p:spPr>
            <a:xfrm>
              <a:off x="8846280" y="29365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4" name="Google Shape;264;p13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5" name="Google Shape;265;p13"/>
            <p:cNvSpPr/>
            <p:nvPr/>
          </p:nvSpPr>
          <p:spPr>
            <a:xfrm>
              <a:off x="8553600" y="31586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6" name="Google Shape;266;p13"/>
            <p:cNvSpPr/>
            <p:nvPr/>
          </p:nvSpPr>
          <p:spPr>
            <a:xfrm>
              <a:off x="1186200" y="4770720"/>
              <a:ext cx="183600" cy="16812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68120"/>
                <a:gd name="textAreaBottom" fmla="*/ 170280 h 1681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7" name="Google Shape;267;p13"/>
            <p:cNvSpPr/>
            <p:nvPr/>
          </p:nvSpPr>
          <p:spPr>
            <a:xfrm>
              <a:off x="8394120" y="20448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8" name="Google Shape;268;p13"/>
            <p:cNvSpPr/>
            <p:nvPr/>
          </p:nvSpPr>
          <p:spPr>
            <a:xfrm>
              <a:off x="260280" y="42858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" name="Google Shape;269;p13"/>
            <p:cNvSpPr/>
            <p:nvPr/>
          </p:nvSpPr>
          <p:spPr>
            <a:xfrm>
              <a:off x="341280" y="17539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" name="Google Shape;270;p13"/>
            <p:cNvSpPr/>
            <p:nvPr/>
          </p:nvSpPr>
          <p:spPr>
            <a:xfrm>
              <a:off x="982800" y="47152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7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72;p14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176" name="Google Shape;273;p14"/>
          <p:cNvGrpSpPr/>
          <p:nvPr/>
        </p:nvGrpSpPr>
        <p:grpSpPr>
          <a:xfrm>
            <a:off x="144000" y="119880"/>
            <a:ext cx="8903520" cy="4906080"/>
            <a:chOff x="144000" y="119880"/>
            <a:chExt cx="8903520" cy="4906080"/>
          </a:xfrm>
        </p:grpSpPr>
        <p:sp>
          <p:nvSpPr>
            <p:cNvPr id="177" name="Google Shape;274;p14"/>
            <p:cNvSpPr/>
            <p:nvPr/>
          </p:nvSpPr>
          <p:spPr>
            <a:xfrm flipH="1" rot="10800000">
              <a:off x="8806320" y="2406240"/>
              <a:ext cx="141840" cy="141840"/>
            </a:xfrm>
            <a:custGeom>
              <a:avLst/>
              <a:gdLst>
                <a:gd name="textAreaLeft" fmla="*/ -1080 w 141840"/>
                <a:gd name="textAreaRight" fmla="*/ 14292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8" name="Google Shape;275;p14"/>
            <p:cNvSpPr/>
            <p:nvPr/>
          </p:nvSpPr>
          <p:spPr>
            <a:xfrm flipH="1" rot="10800000">
              <a:off x="8005320" y="4909320"/>
              <a:ext cx="56160" cy="56160"/>
            </a:xfrm>
            <a:custGeom>
              <a:avLst/>
              <a:gdLst>
                <a:gd name="textAreaLeft" fmla="*/ -1080 w 56160"/>
                <a:gd name="textAreaRight" fmla="*/ 5724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9" name="Google Shape;276;p14"/>
            <p:cNvSpPr/>
            <p:nvPr/>
          </p:nvSpPr>
          <p:spPr>
            <a:xfrm flipH="1" rot="10800000">
              <a:off x="464040" y="4401360"/>
              <a:ext cx="87840" cy="87840"/>
            </a:xfrm>
            <a:custGeom>
              <a:avLst/>
              <a:gdLst>
                <a:gd name="textAreaLeft" fmla="*/ -1080 w 87840"/>
                <a:gd name="textAreaRight" fmla="*/ 8892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0" name="Google Shape;277;p14"/>
            <p:cNvSpPr/>
            <p:nvPr/>
          </p:nvSpPr>
          <p:spPr>
            <a:xfrm flipH="1" rot="10800000">
              <a:off x="1487160" y="4818240"/>
              <a:ext cx="183600" cy="183600"/>
            </a:xfrm>
            <a:custGeom>
              <a:avLst/>
              <a:gdLst>
                <a:gd name="textAreaLeft" fmla="*/ -1080 w 183600"/>
                <a:gd name="textAreaRight" fmla="*/ 18468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" name="Google Shape;278;p14"/>
            <p:cNvSpPr/>
            <p:nvPr/>
          </p:nvSpPr>
          <p:spPr>
            <a:xfrm flipH="1" rot="10800000">
              <a:off x="7830000" y="119880"/>
              <a:ext cx="56160" cy="56160"/>
            </a:xfrm>
            <a:custGeom>
              <a:avLst/>
              <a:gdLst>
                <a:gd name="textAreaLeft" fmla="*/ -1080 w 56160"/>
                <a:gd name="textAreaRight" fmla="*/ 5724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" name="Google Shape;279;p14"/>
            <p:cNvSpPr/>
            <p:nvPr/>
          </p:nvSpPr>
          <p:spPr>
            <a:xfrm flipH="1" rot="10800000">
              <a:off x="3566880" y="4790520"/>
              <a:ext cx="58680" cy="58680"/>
            </a:xfrm>
            <a:custGeom>
              <a:avLst/>
              <a:gdLst>
                <a:gd name="textAreaLeft" fmla="*/ 1080 w 58680"/>
                <a:gd name="textAreaRight" fmla="*/ 6192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" name="Google Shape;280;p14"/>
            <p:cNvSpPr/>
            <p:nvPr/>
          </p:nvSpPr>
          <p:spPr>
            <a:xfrm flipH="1" rot="10800000">
              <a:off x="956520" y="4701600"/>
              <a:ext cx="87840" cy="87840"/>
            </a:xfrm>
            <a:custGeom>
              <a:avLst/>
              <a:gdLst>
                <a:gd name="textAreaLeft" fmla="*/ -1080 w 87840"/>
                <a:gd name="textAreaRight" fmla="*/ 8892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4" name="Google Shape;281;p14"/>
            <p:cNvSpPr/>
            <p:nvPr/>
          </p:nvSpPr>
          <p:spPr>
            <a:xfrm flipH="1" rot="10800000">
              <a:off x="449640" y="569520"/>
              <a:ext cx="63360" cy="63360"/>
            </a:xfrm>
            <a:custGeom>
              <a:avLst/>
              <a:gdLst>
                <a:gd name="textAreaLeft" fmla="*/ -1080 w 63360"/>
                <a:gd name="textAreaRight" fmla="*/ 6444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5" name="Google Shape;282;p14"/>
            <p:cNvSpPr/>
            <p:nvPr/>
          </p:nvSpPr>
          <p:spPr>
            <a:xfrm flipH="1">
              <a:off x="7550640" y="4789440"/>
              <a:ext cx="258120" cy="236520"/>
            </a:xfrm>
            <a:custGeom>
              <a:avLst/>
              <a:gdLst>
                <a:gd name="textAreaLeft" fmla="*/ 1080 w 258120"/>
                <a:gd name="textAreaRight" fmla="*/ 26136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6" name="Google Shape;283;p14"/>
            <p:cNvSpPr/>
            <p:nvPr/>
          </p:nvSpPr>
          <p:spPr>
            <a:xfrm flipH="1">
              <a:off x="253080" y="176040"/>
              <a:ext cx="258120" cy="236520"/>
            </a:xfrm>
            <a:custGeom>
              <a:avLst/>
              <a:gdLst>
                <a:gd name="textAreaLeft" fmla="*/ 1080 w 258120"/>
                <a:gd name="textAreaRight" fmla="*/ 26136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7" name="Google Shape;284;p14"/>
            <p:cNvSpPr/>
            <p:nvPr/>
          </p:nvSpPr>
          <p:spPr>
            <a:xfrm flipH="1">
              <a:off x="8948880" y="3669120"/>
              <a:ext cx="91800" cy="83880"/>
            </a:xfrm>
            <a:custGeom>
              <a:avLst/>
              <a:gdLst>
                <a:gd name="textAreaLeft" fmla="*/ 1080 w 91800"/>
                <a:gd name="textAreaRight" fmla="*/ 9504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8" name="Google Shape;285;p14"/>
            <p:cNvSpPr/>
            <p:nvPr/>
          </p:nvSpPr>
          <p:spPr>
            <a:xfrm flipH="1">
              <a:off x="8702640" y="865440"/>
              <a:ext cx="344880" cy="316080"/>
            </a:xfrm>
            <a:custGeom>
              <a:avLst/>
              <a:gdLst>
                <a:gd name="textAreaLeft" fmla="*/ -1080 w 344880"/>
                <a:gd name="textAreaRight" fmla="*/ 34596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9" name="Google Shape;286;p14"/>
            <p:cNvSpPr/>
            <p:nvPr/>
          </p:nvSpPr>
          <p:spPr>
            <a:xfrm flipH="1" rot="10800000">
              <a:off x="143640" y="853560"/>
              <a:ext cx="183600" cy="183600"/>
            </a:xfrm>
            <a:custGeom>
              <a:avLst/>
              <a:gdLst>
                <a:gd name="textAreaLeft" fmla="*/ -1080 w 183600"/>
                <a:gd name="textAreaRight" fmla="*/ 18468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0" name="Google Shape;287;p14"/>
            <p:cNvSpPr/>
            <p:nvPr/>
          </p:nvSpPr>
          <p:spPr>
            <a:xfrm flipH="1" rot="10800000">
              <a:off x="8705160" y="496800"/>
              <a:ext cx="87840" cy="87840"/>
            </a:xfrm>
            <a:custGeom>
              <a:avLst/>
              <a:gdLst>
                <a:gd name="textAreaLeft" fmla="*/ -1080 w 87840"/>
                <a:gd name="textAreaRight" fmla="*/ 8892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91" name="Google Shape;289;p14"/>
          <p:cNvGrpSpPr/>
          <p:nvPr/>
        </p:nvGrpSpPr>
        <p:grpSpPr>
          <a:xfrm>
            <a:off x="-947880" y="2637000"/>
            <a:ext cx="11053080" cy="4071240"/>
            <a:chOff x="-947880" y="2637000"/>
            <a:chExt cx="11053080" cy="4071240"/>
          </a:xfrm>
        </p:grpSpPr>
        <p:grpSp>
          <p:nvGrpSpPr>
            <p:cNvPr id="192" name="Google Shape;290;p14"/>
            <p:cNvGrpSpPr/>
            <p:nvPr/>
          </p:nvGrpSpPr>
          <p:grpSpPr>
            <a:xfrm>
              <a:off x="-947880" y="2637000"/>
              <a:ext cx="11053080" cy="3885840"/>
              <a:chOff x="-947880" y="2637000"/>
              <a:chExt cx="11053080" cy="3885840"/>
            </a:xfrm>
          </p:grpSpPr>
          <p:pic>
            <p:nvPicPr>
              <p:cNvPr id="193" name="Google Shape;291;p14" descr=""/>
              <p:cNvPicPr/>
              <p:nvPr/>
            </p:nvPicPr>
            <p:blipFill>
              <a:blip r:embed="rId3"/>
              <a:stretch/>
            </p:blipFill>
            <p:spPr>
              <a:xfrm rot="16200000">
                <a:off x="7113600" y="3442680"/>
                <a:ext cx="3615120" cy="20034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4" name="Google Shape;292;p14" descr="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891360" y="3180240"/>
                <a:ext cx="3210840" cy="3024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5" name="Google Shape;293;p14" descr="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-1041120" y="3405240"/>
                <a:ext cx="3210840" cy="3024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6" name="Google Shape;294;p14" descr=""/>
              <p:cNvPicPr/>
              <p:nvPr/>
            </p:nvPicPr>
            <p:blipFill>
              <a:blip r:embed="rId6"/>
              <a:stretch/>
            </p:blipFill>
            <p:spPr>
              <a:xfrm rot="16200000">
                <a:off x="7295760" y="3549600"/>
                <a:ext cx="3615120" cy="20034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97" name="Google Shape;295;p14"/>
            <p:cNvSpPr/>
            <p:nvPr/>
          </p:nvSpPr>
          <p:spPr>
            <a:xfrm rot="16200000">
              <a:off x="-1341720" y="3694680"/>
              <a:ext cx="3464640" cy="2562120"/>
            </a:xfrm>
            <a:custGeom>
              <a:avLst/>
              <a:gdLst>
                <a:gd name="textAreaLeft" fmla="*/ 0 w 3464640"/>
                <a:gd name="textAreaRight" fmla="*/ 3466800 w 3464640"/>
                <a:gd name="textAreaTop" fmla="*/ 0 h 2562120"/>
                <a:gd name="textAreaBottom" fmla="*/ 2564280 h 256212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97;p15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201" name="Google Shape;298;p15"/>
          <p:cNvGrpSpPr/>
          <p:nvPr/>
        </p:nvGrpSpPr>
        <p:grpSpPr>
          <a:xfrm>
            <a:off x="124920" y="50040"/>
            <a:ext cx="8683200" cy="4979160"/>
            <a:chOff x="124920" y="50040"/>
            <a:chExt cx="8683200" cy="4979160"/>
          </a:xfrm>
        </p:grpSpPr>
        <p:sp>
          <p:nvSpPr>
            <p:cNvPr id="202" name="Google Shape;299;p15"/>
            <p:cNvSpPr/>
            <p:nvPr/>
          </p:nvSpPr>
          <p:spPr>
            <a:xfrm rot="10800000">
              <a:off x="322200" y="34646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" name="Google Shape;300;p15"/>
            <p:cNvSpPr/>
            <p:nvPr/>
          </p:nvSpPr>
          <p:spPr>
            <a:xfrm rot="10800000">
              <a:off x="1336320" y="49093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" name="Google Shape;301;p15"/>
            <p:cNvSpPr/>
            <p:nvPr/>
          </p:nvSpPr>
          <p:spPr>
            <a:xfrm rot="10800000">
              <a:off x="8569800" y="42688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" name="Google Shape;302;p15"/>
            <p:cNvSpPr/>
            <p:nvPr/>
          </p:nvSpPr>
          <p:spPr>
            <a:xfrm rot="10800000">
              <a:off x="7605360" y="4845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" name="Google Shape;303;p15"/>
            <p:cNvSpPr/>
            <p:nvPr/>
          </p:nvSpPr>
          <p:spPr>
            <a:xfrm rot="10800000">
              <a:off x="1539720" y="2455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" name="Google Shape;304;p15"/>
            <p:cNvSpPr/>
            <p:nvPr/>
          </p:nvSpPr>
          <p:spPr>
            <a:xfrm rot="10800000">
              <a:off x="7053120" y="4768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" name="Google Shape;305;p15"/>
            <p:cNvSpPr/>
            <p:nvPr/>
          </p:nvSpPr>
          <p:spPr>
            <a:xfrm rot="10800000">
              <a:off x="8720280" y="25290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" name="Google Shape;306;p15"/>
            <p:cNvSpPr/>
            <p:nvPr/>
          </p:nvSpPr>
          <p:spPr>
            <a:xfrm rot="10800000">
              <a:off x="8732520" y="34092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" name="Google Shape;307;p15"/>
            <p:cNvSpPr/>
            <p:nvPr/>
          </p:nvSpPr>
          <p:spPr>
            <a:xfrm>
              <a:off x="755280" y="47563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" name="Google Shape;308;p15"/>
            <p:cNvSpPr/>
            <p:nvPr/>
          </p:nvSpPr>
          <p:spPr>
            <a:xfrm>
              <a:off x="124920" y="366912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" name="Google Shape;309;p15"/>
            <p:cNvSpPr/>
            <p:nvPr/>
          </p:nvSpPr>
          <p:spPr>
            <a:xfrm>
              <a:off x="8076960" y="11376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" name="Google Shape;310;p15"/>
            <p:cNvSpPr/>
            <p:nvPr/>
          </p:nvSpPr>
          <p:spPr>
            <a:xfrm rot="10800000">
              <a:off x="8521560" y="6404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" name="Google Shape;311;p15"/>
            <p:cNvSpPr/>
            <p:nvPr/>
          </p:nvSpPr>
          <p:spPr>
            <a:xfrm rot="10800000">
              <a:off x="1767600" y="496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15" name="Google Shape;313;p15"/>
          <p:cNvGrpSpPr/>
          <p:nvPr/>
        </p:nvGrpSpPr>
        <p:grpSpPr>
          <a:xfrm>
            <a:off x="-1920960" y="-792000"/>
            <a:ext cx="12454920" cy="7159680"/>
            <a:chOff x="-1920960" y="-792000"/>
            <a:chExt cx="12454920" cy="7159680"/>
          </a:xfrm>
        </p:grpSpPr>
        <p:grpSp>
          <p:nvGrpSpPr>
            <p:cNvPr id="216" name="Google Shape;314;p15"/>
            <p:cNvGrpSpPr/>
            <p:nvPr/>
          </p:nvGrpSpPr>
          <p:grpSpPr>
            <a:xfrm>
              <a:off x="-1920960" y="-792000"/>
              <a:ext cx="12121200" cy="7159680"/>
              <a:chOff x="-1920960" y="-792000"/>
              <a:chExt cx="12121200" cy="7159680"/>
            </a:xfrm>
          </p:grpSpPr>
          <p:pic>
            <p:nvPicPr>
              <p:cNvPr id="217" name="Google Shape;315;p15" descr=""/>
              <p:cNvPicPr/>
              <p:nvPr/>
            </p:nvPicPr>
            <p:blipFill>
              <a:blip r:embed="rId3"/>
              <a:stretch/>
            </p:blipFill>
            <p:spPr>
              <a:xfrm flipH="1" rot="5400000">
                <a:off x="-1867320" y="-513720"/>
                <a:ext cx="3683880" cy="3469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18" name="Google Shape;316;p15" descr=""/>
              <p:cNvPicPr/>
              <p:nvPr/>
            </p:nvPicPr>
            <p:blipFill>
              <a:blip r:embed="rId4"/>
              <a:stretch/>
            </p:blipFill>
            <p:spPr>
              <a:xfrm rot="16200000">
                <a:off x="7083000" y="3325680"/>
                <a:ext cx="3625560" cy="2009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19" name="Google Shape;317;p15" descr=""/>
              <p:cNvPicPr/>
              <p:nvPr/>
            </p:nvPicPr>
            <p:blipFill>
              <a:blip r:embed="rId5"/>
              <a:stretch/>
            </p:blipFill>
            <p:spPr>
              <a:xfrm rot="16200000">
                <a:off x="7382880" y="3550320"/>
                <a:ext cx="3625560" cy="2009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20" name="Google Shape;318;p15" descr=""/>
              <p:cNvPicPr/>
              <p:nvPr/>
            </p:nvPicPr>
            <p:blipFill>
              <a:blip r:embed="rId6"/>
              <a:stretch/>
            </p:blipFill>
            <p:spPr>
              <a:xfrm flipH="1" rot="5400000">
                <a:off x="-2027880" y="-684720"/>
                <a:ext cx="3683880" cy="34696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21" name="Google Shape;319;p15"/>
            <p:cNvSpPr/>
            <p:nvPr/>
          </p:nvSpPr>
          <p:spPr>
            <a:xfrm flipH="1" rot="5400000">
              <a:off x="7501320" y="3315960"/>
              <a:ext cx="3486960" cy="2578320"/>
            </a:xfrm>
            <a:custGeom>
              <a:avLst/>
              <a:gdLst>
                <a:gd name="textAreaLeft" fmla="*/ -1080 w 3486960"/>
                <a:gd name="textAreaRight" fmla="*/ 3488040 w 3486960"/>
                <a:gd name="textAreaTop" fmla="*/ 0 h 2578320"/>
                <a:gd name="textAreaBottom" fmla="*/ 2580480 h 257832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321;p16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225" name="Google Shape;322;p16"/>
          <p:cNvGrpSpPr/>
          <p:nvPr/>
        </p:nvGrpSpPr>
        <p:grpSpPr>
          <a:xfrm>
            <a:off x="-518040" y="-666720"/>
            <a:ext cx="10796400" cy="7383960"/>
            <a:chOff x="-518040" y="-666720"/>
            <a:chExt cx="10796400" cy="7383960"/>
          </a:xfrm>
        </p:grpSpPr>
        <p:pic>
          <p:nvPicPr>
            <p:cNvPr id="226" name="Google Shape;323;p16" descr=""/>
            <p:cNvPicPr/>
            <p:nvPr/>
          </p:nvPicPr>
          <p:blipFill>
            <a:blip r:embed="rId3"/>
            <a:stretch/>
          </p:blipFill>
          <p:spPr>
            <a:xfrm rot="16200000">
              <a:off x="6977520" y="3738960"/>
              <a:ext cx="3184920" cy="1510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7" name="Google Shape;324;p16" descr=""/>
            <p:cNvPicPr/>
            <p:nvPr/>
          </p:nvPicPr>
          <p:blipFill>
            <a:blip r:embed="rId4"/>
            <a:stretch/>
          </p:blipFill>
          <p:spPr>
            <a:xfrm rot="16200000">
              <a:off x="7260480" y="3960720"/>
              <a:ext cx="3184920" cy="1510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8" name="Google Shape;325;p16" descr=""/>
            <p:cNvPicPr/>
            <p:nvPr/>
          </p:nvPicPr>
          <p:blipFill>
            <a:blip r:embed="rId5"/>
            <a:stretch/>
          </p:blipFill>
          <p:spPr>
            <a:xfrm rot="5400000">
              <a:off x="-1125000" y="-59400"/>
              <a:ext cx="2723040" cy="1508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9" name="Google Shape;326;p16"/>
            <p:cNvSpPr/>
            <p:nvPr/>
          </p:nvSpPr>
          <p:spPr>
            <a:xfrm flipH="1" rot="4895400">
              <a:off x="7288560" y="3872880"/>
              <a:ext cx="2979360" cy="2203200"/>
            </a:xfrm>
            <a:custGeom>
              <a:avLst/>
              <a:gdLst>
                <a:gd name="textAreaLeft" fmla="*/ -1080 w 2979360"/>
                <a:gd name="textAreaRight" fmla="*/ 2980440 w 2979360"/>
                <a:gd name="textAreaTop" fmla="*/ 0 h 2203200"/>
                <a:gd name="textAreaBottom" fmla="*/ 2205360 h 22032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0" name="Google Shape;327;p16"/>
            <p:cNvSpPr/>
            <p:nvPr/>
          </p:nvSpPr>
          <p:spPr>
            <a:xfrm flipH="1" rot="4895400">
              <a:off x="7481160" y="3980880"/>
              <a:ext cx="2979360" cy="2203200"/>
            </a:xfrm>
            <a:custGeom>
              <a:avLst/>
              <a:gdLst>
                <a:gd name="textAreaLeft" fmla="*/ -1080 w 2979360"/>
                <a:gd name="textAreaRight" fmla="*/ 2980440 w 2979360"/>
                <a:gd name="textAreaTop" fmla="*/ 0 h 2203200"/>
                <a:gd name="textAreaBottom" fmla="*/ 2205360 h 22032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31" name="Google Shape;335;p16"/>
          <p:cNvGrpSpPr/>
          <p:nvPr/>
        </p:nvGrpSpPr>
        <p:grpSpPr>
          <a:xfrm>
            <a:off x="103320" y="239040"/>
            <a:ext cx="8977680" cy="4623120"/>
            <a:chOff x="103320" y="239040"/>
            <a:chExt cx="8977680" cy="4623120"/>
          </a:xfrm>
        </p:grpSpPr>
        <p:sp>
          <p:nvSpPr>
            <p:cNvPr id="232" name="Google Shape;336;p16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3" name="Google Shape;337;p16"/>
            <p:cNvSpPr/>
            <p:nvPr/>
          </p:nvSpPr>
          <p:spPr>
            <a:xfrm>
              <a:off x="8596440" y="3614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4" name="Google Shape;338;p16"/>
            <p:cNvSpPr/>
            <p:nvPr/>
          </p:nvSpPr>
          <p:spPr>
            <a:xfrm>
              <a:off x="482400" y="793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5" name="Google Shape;339;p16"/>
            <p:cNvSpPr/>
            <p:nvPr/>
          </p:nvSpPr>
          <p:spPr>
            <a:xfrm>
              <a:off x="8109000" y="47631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6" name="Google Shape;340;p16"/>
            <p:cNvSpPr/>
            <p:nvPr/>
          </p:nvSpPr>
          <p:spPr>
            <a:xfrm>
              <a:off x="2700360" y="30492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7" name="Google Shape;341;p16"/>
            <p:cNvSpPr/>
            <p:nvPr/>
          </p:nvSpPr>
          <p:spPr>
            <a:xfrm>
              <a:off x="1724040" y="239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8" name="Google Shape;342;p16"/>
            <p:cNvSpPr/>
            <p:nvPr/>
          </p:nvSpPr>
          <p:spPr>
            <a:xfrm>
              <a:off x="103320" y="10814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9" name="Google Shape;343;p16"/>
            <p:cNvSpPr/>
            <p:nvPr/>
          </p:nvSpPr>
          <p:spPr>
            <a:xfrm>
              <a:off x="8737920" y="5396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0" name="Google Shape;344;p16"/>
            <p:cNvSpPr/>
            <p:nvPr/>
          </p:nvSpPr>
          <p:spPr>
            <a:xfrm>
              <a:off x="17964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1" name="Google Shape;345;p16"/>
            <p:cNvSpPr/>
            <p:nvPr/>
          </p:nvSpPr>
          <p:spPr>
            <a:xfrm>
              <a:off x="434880" y="42253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2" name="Google Shape;346;p16"/>
            <p:cNvSpPr/>
            <p:nvPr/>
          </p:nvSpPr>
          <p:spPr>
            <a:xfrm>
              <a:off x="8993160" y="27151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3" name="Google Shape;347;p16"/>
            <p:cNvSpPr/>
            <p:nvPr/>
          </p:nvSpPr>
          <p:spPr>
            <a:xfrm>
              <a:off x="745920" y="48060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321;p16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247" name="Google Shape;322;p16"/>
          <p:cNvGrpSpPr/>
          <p:nvPr/>
        </p:nvGrpSpPr>
        <p:grpSpPr>
          <a:xfrm>
            <a:off x="-518040" y="-666720"/>
            <a:ext cx="10796400" cy="7383960"/>
            <a:chOff x="-518040" y="-666720"/>
            <a:chExt cx="10796400" cy="7383960"/>
          </a:xfrm>
        </p:grpSpPr>
        <p:pic>
          <p:nvPicPr>
            <p:cNvPr id="248" name="Google Shape;323;p16" descr=""/>
            <p:cNvPicPr/>
            <p:nvPr/>
          </p:nvPicPr>
          <p:blipFill>
            <a:blip r:embed="rId3"/>
            <a:stretch/>
          </p:blipFill>
          <p:spPr>
            <a:xfrm rot="16200000">
              <a:off x="6977520" y="3738960"/>
              <a:ext cx="3184920" cy="1510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9" name="Google Shape;324;p16" descr=""/>
            <p:cNvPicPr/>
            <p:nvPr/>
          </p:nvPicPr>
          <p:blipFill>
            <a:blip r:embed="rId4"/>
            <a:stretch/>
          </p:blipFill>
          <p:spPr>
            <a:xfrm rot="16200000">
              <a:off x="7260480" y="3960720"/>
              <a:ext cx="3184920" cy="1510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0" name="Google Shape;325;p16" descr=""/>
            <p:cNvPicPr/>
            <p:nvPr/>
          </p:nvPicPr>
          <p:blipFill>
            <a:blip r:embed="rId5"/>
            <a:stretch/>
          </p:blipFill>
          <p:spPr>
            <a:xfrm rot="5400000">
              <a:off x="-1125000" y="-59400"/>
              <a:ext cx="2723040" cy="1508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1" name="Google Shape;326;p16"/>
            <p:cNvSpPr/>
            <p:nvPr/>
          </p:nvSpPr>
          <p:spPr>
            <a:xfrm flipH="1" rot="4895400">
              <a:off x="7288560" y="3872880"/>
              <a:ext cx="2979360" cy="2203200"/>
            </a:xfrm>
            <a:custGeom>
              <a:avLst/>
              <a:gdLst>
                <a:gd name="textAreaLeft" fmla="*/ -1080 w 2979360"/>
                <a:gd name="textAreaRight" fmla="*/ 2980440 w 2979360"/>
                <a:gd name="textAreaTop" fmla="*/ 0 h 2203200"/>
                <a:gd name="textAreaBottom" fmla="*/ 2205360 h 22032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Google Shape;327;p16"/>
            <p:cNvSpPr/>
            <p:nvPr/>
          </p:nvSpPr>
          <p:spPr>
            <a:xfrm flipH="1" rot="4895400">
              <a:off x="7481160" y="3980880"/>
              <a:ext cx="2979360" cy="2203200"/>
            </a:xfrm>
            <a:custGeom>
              <a:avLst/>
              <a:gdLst>
                <a:gd name="textAreaLeft" fmla="*/ -1080 w 2979360"/>
                <a:gd name="textAreaRight" fmla="*/ 2980440 w 2979360"/>
                <a:gd name="textAreaTop" fmla="*/ 0 h 2203200"/>
                <a:gd name="textAreaBottom" fmla="*/ 2205360 h 22032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53" name="Google Shape;335;p16"/>
          <p:cNvGrpSpPr/>
          <p:nvPr/>
        </p:nvGrpSpPr>
        <p:grpSpPr>
          <a:xfrm>
            <a:off x="103320" y="239040"/>
            <a:ext cx="8977680" cy="4623120"/>
            <a:chOff x="103320" y="239040"/>
            <a:chExt cx="8977680" cy="4623120"/>
          </a:xfrm>
        </p:grpSpPr>
        <p:sp>
          <p:nvSpPr>
            <p:cNvPr id="254" name="Google Shape;336;p16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5" name="Google Shape;337;p16"/>
            <p:cNvSpPr/>
            <p:nvPr/>
          </p:nvSpPr>
          <p:spPr>
            <a:xfrm>
              <a:off x="8596440" y="3614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6" name="Google Shape;338;p16"/>
            <p:cNvSpPr/>
            <p:nvPr/>
          </p:nvSpPr>
          <p:spPr>
            <a:xfrm>
              <a:off x="482400" y="793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Google Shape;339;p16"/>
            <p:cNvSpPr/>
            <p:nvPr/>
          </p:nvSpPr>
          <p:spPr>
            <a:xfrm>
              <a:off x="8109000" y="47631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8" name="Google Shape;340;p16"/>
            <p:cNvSpPr/>
            <p:nvPr/>
          </p:nvSpPr>
          <p:spPr>
            <a:xfrm>
              <a:off x="2700360" y="30492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9" name="Google Shape;341;p16"/>
            <p:cNvSpPr/>
            <p:nvPr/>
          </p:nvSpPr>
          <p:spPr>
            <a:xfrm>
              <a:off x="1724040" y="239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0" name="Google Shape;342;p16"/>
            <p:cNvSpPr/>
            <p:nvPr/>
          </p:nvSpPr>
          <p:spPr>
            <a:xfrm>
              <a:off x="103320" y="10814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1" name="Google Shape;343;p16"/>
            <p:cNvSpPr/>
            <p:nvPr/>
          </p:nvSpPr>
          <p:spPr>
            <a:xfrm>
              <a:off x="8737920" y="5396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" name="Google Shape;344;p16"/>
            <p:cNvSpPr/>
            <p:nvPr/>
          </p:nvSpPr>
          <p:spPr>
            <a:xfrm>
              <a:off x="17964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" name="Google Shape;345;p16"/>
            <p:cNvSpPr/>
            <p:nvPr/>
          </p:nvSpPr>
          <p:spPr>
            <a:xfrm>
              <a:off x="434880" y="42253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4" name="Google Shape;346;p16"/>
            <p:cNvSpPr/>
            <p:nvPr/>
          </p:nvSpPr>
          <p:spPr>
            <a:xfrm>
              <a:off x="8993160" y="27151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Google Shape;347;p16"/>
            <p:cNvSpPr/>
            <p:nvPr/>
          </p:nvSpPr>
          <p:spPr>
            <a:xfrm>
              <a:off x="745920" y="48060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349;p17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269" name="Google Shape;350;p17"/>
          <p:cNvGrpSpPr/>
          <p:nvPr/>
        </p:nvGrpSpPr>
        <p:grpSpPr>
          <a:xfrm>
            <a:off x="-519840" y="-1277640"/>
            <a:ext cx="10334160" cy="6716520"/>
            <a:chOff x="-519840" y="-1277640"/>
            <a:chExt cx="10334160" cy="6716520"/>
          </a:xfrm>
        </p:grpSpPr>
        <p:grpSp>
          <p:nvGrpSpPr>
            <p:cNvPr id="270" name="Google Shape;351;p17"/>
            <p:cNvGrpSpPr/>
            <p:nvPr/>
          </p:nvGrpSpPr>
          <p:grpSpPr>
            <a:xfrm>
              <a:off x="-519840" y="-891360"/>
              <a:ext cx="10143000" cy="6330240"/>
              <a:chOff x="-519840" y="-891360"/>
              <a:chExt cx="10143000" cy="6330240"/>
            </a:xfrm>
          </p:grpSpPr>
          <p:pic>
            <p:nvPicPr>
              <p:cNvPr id="271" name="Google Shape;352;p17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-519840" y="3489120"/>
                <a:ext cx="2468520" cy="19497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353;p17" descr=""/>
              <p:cNvPicPr/>
              <p:nvPr/>
            </p:nvPicPr>
            <p:blipFill>
              <a:blip r:embed="rId4"/>
              <a:stretch/>
            </p:blipFill>
            <p:spPr>
              <a:xfrm rot="16200000">
                <a:off x="7226640" y="-468360"/>
                <a:ext cx="2142720" cy="2018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3" name="Google Shape;354;p17" descr=""/>
              <p:cNvPicPr/>
              <p:nvPr/>
            </p:nvPicPr>
            <p:blipFill>
              <a:blip r:embed="rId5"/>
              <a:stretch/>
            </p:blipFill>
            <p:spPr>
              <a:xfrm flipH="1" rot="16200000">
                <a:off x="7686000" y="-509040"/>
                <a:ext cx="2319480" cy="155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4" name="Google Shape;355;p17"/>
            <p:cNvGrpSpPr/>
            <p:nvPr/>
          </p:nvGrpSpPr>
          <p:grpSpPr>
            <a:xfrm>
              <a:off x="7968240" y="-1277640"/>
              <a:ext cx="1846080" cy="2336400"/>
              <a:chOff x="7968240" y="-1277640"/>
              <a:chExt cx="1846080" cy="2336400"/>
            </a:xfrm>
          </p:grpSpPr>
          <p:sp>
            <p:nvSpPr>
              <p:cNvPr id="275" name="Google Shape;356;p17"/>
              <p:cNvSpPr/>
              <p:nvPr/>
            </p:nvSpPr>
            <p:spPr>
              <a:xfrm rot="5245800">
                <a:off x="7754400" y="-68904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6" name="Google Shape;357;p17"/>
              <p:cNvSpPr/>
              <p:nvPr/>
            </p:nvSpPr>
            <p:spPr>
              <a:xfrm rot="5245800">
                <a:off x="7904520" y="-83880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7" name="Google Shape;358;p17"/>
              <p:cNvSpPr/>
              <p:nvPr/>
            </p:nvSpPr>
            <p:spPr>
              <a:xfrm rot="5245800">
                <a:off x="8054280" y="-98856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278" name="Google Shape;359;p17"/>
          <p:cNvGrpSpPr/>
          <p:nvPr/>
        </p:nvGrpSpPr>
        <p:grpSpPr>
          <a:xfrm>
            <a:off x="265320" y="150120"/>
            <a:ext cx="8775000" cy="4838760"/>
            <a:chOff x="265320" y="150120"/>
            <a:chExt cx="8775000" cy="4838760"/>
          </a:xfrm>
        </p:grpSpPr>
        <p:sp>
          <p:nvSpPr>
            <p:cNvPr id="279" name="Google Shape;360;p17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0" name="Google Shape;361;p17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Google Shape;362;p17"/>
            <p:cNvSpPr/>
            <p:nvPr/>
          </p:nvSpPr>
          <p:spPr>
            <a:xfrm>
              <a:off x="313200" y="3812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" name="Google Shape;363;p17"/>
            <p:cNvSpPr/>
            <p:nvPr/>
          </p:nvSpPr>
          <p:spPr>
            <a:xfrm>
              <a:off x="8856720" y="36270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3" name="Google Shape;364;p17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4" name="Google Shape;365;p17"/>
            <p:cNvSpPr/>
            <p:nvPr/>
          </p:nvSpPr>
          <p:spPr>
            <a:xfrm>
              <a:off x="4251960" y="2390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5" name="Google Shape;366;p17"/>
            <p:cNvSpPr/>
            <p:nvPr/>
          </p:nvSpPr>
          <p:spPr>
            <a:xfrm>
              <a:off x="6039720" y="2246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6" name="Google Shape;367;p17"/>
            <p:cNvSpPr/>
            <p:nvPr/>
          </p:nvSpPr>
          <p:spPr>
            <a:xfrm>
              <a:off x="451080" y="3578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7" name="Google Shape;368;p17"/>
            <p:cNvSpPr/>
            <p:nvPr/>
          </p:nvSpPr>
          <p:spPr>
            <a:xfrm>
              <a:off x="1948680" y="4748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8" name="Google Shape;369;p17"/>
            <p:cNvSpPr/>
            <p:nvPr/>
          </p:nvSpPr>
          <p:spPr>
            <a:xfrm>
              <a:off x="745560" y="1501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9" name="Google Shape;370;p17"/>
            <p:cNvSpPr/>
            <p:nvPr/>
          </p:nvSpPr>
          <p:spPr>
            <a:xfrm>
              <a:off x="5747760" y="15012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0" name="Google Shape;371;p17"/>
            <p:cNvSpPr/>
            <p:nvPr/>
          </p:nvSpPr>
          <p:spPr>
            <a:xfrm>
              <a:off x="8586000" y="39204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" name="Google Shape;372;p17"/>
            <p:cNvSpPr/>
            <p:nvPr/>
          </p:nvSpPr>
          <p:spPr>
            <a:xfrm>
              <a:off x="265320" y="5396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2" name="Google Shape;373;p17"/>
            <p:cNvSpPr/>
            <p:nvPr/>
          </p:nvSpPr>
          <p:spPr>
            <a:xfrm>
              <a:off x="8739720" y="4420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6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349;p17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296" name="Google Shape;350;p17"/>
          <p:cNvGrpSpPr/>
          <p:nvPr/>
        </p:nvGrpSpPr>
        <p:grpSpPr>
          <a:xfrm>
            <a:off x="-519840" y="-1277640"/>
            <a:ext cx="10334160" cy="6716520"/>
            <a:chOff x="-519840" y="-1277640"/>
            <a:chExt cx="10334160" cy="6716520"/>
          </a:xfrm>
        </p:grpSpPr>
        <p:grpSp>
          <p:nvGrpSpPr>
            <p:cNvPr id="297" name="Google Shape;351;p17"/>
            <p:cNvGrpSpPr/>
            <p:nvPr/>
          </p:nvGrpSpPr>
          <p:grpSpPr>
            <a:xfrm>
              <a:off x="-519840" y="-891360"/>
              <a:ext cx="10143000" cy="6330240"/>
              <a:chOff x="-519840" y="-891360"/>
              <a:chExt cx="10143000" cy="6330240"/>
            </a:xfrm>
          </p:grpSpPr>
          <p:pic>
            <p:nvPicPr>
              <p:cNvPr id="298" name="Google Shape;352;p17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-519840" y="3489120"/>
                <a:ext cx="2468520" cy="19497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353;p17" descr=""/>
              <p:cNvPicPr/>
              <p:nvPr/>
            </p:nvPicPr>
            <p:blipFill>
              <a:blip r:embed="rId4"/>
              <a:stretch/>
            </p:blipFill>
            <p:spPr>
              <a:xfrm rot="16200000">
                <a:off x="7226640" y="-468360"/>
                <a:ext cx="2142720" cy="2018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0" name="Google Shape;354;p17" descr=""/>
              <p:cNvPicPr/>
              <p:nvPr/>
            </p:nvPicPr>
            <p:blipFill>
              <a:blip r:embed="rId5"/>
              <a:stretch/>
            </p:blipFill>
            <p:spPr>
              <a:xfrm flipH="1" rot="16200000">
                <a:off x="7686000" y="-509040"/>
                <a:ext cx="2319480" cy="155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1" name="Google Shape;355;p17"/>
            <p:cNvGrpSpPr/>
            <p:nvPr/>
          </p:nvGrpSpPr>
          <p:grpSpPr>
            <a:xfrm>
              <a:off x="7968240" y="-1277640"/>
              <a:ext cx="1846080" cy="2336400"/>
              <a:chOff x="7968240" y="-1277640"/>
              <a:chExt cx="1846080" cy="2336400"/>
            </a:xfrm>
          </p:grpSpPr>
          <p:sp>
            <p:nvSpPr>
              <p:cNvPr id="302" name="Google Shape;356;p17"/>
              <p:cNvSpPr/>
              <p:nvPr/>
            </p:nvSpPr>
            <p:spPr>
              <a:xfrm rot="5245800">
                <a:off x="7754400" y="-68904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3" name="Google Shape;357;p17"/>
              <p:cNvSpPr/>
              <p:nvPr/>
            </p:nvSpPr>
            <p:spPr>
              <a:xfrm rot="5245800">
                <a:off x="7904520" y="-83880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04" name="Google Shape;358;p17"/>
              <p:cNvSpPr/>
              <p:nvPr/>
            </p:nvSpPr>
            <p:spPr>
              <a:xfrm rot="5245800">
                <a:off x="8054280" y="-98856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305" name="Google Shape;359;p17"/>
          <p:cNvGrpSpPr/>
          <p:nvPr/>
        </p:nvGrpSpPr>
        <p:grpSpPr>
          <a:xfrm>
            <a:off x="265320" y="150120"/>
            <a:ext cx="8775000" cy="4838760"/>
            <a:chOff x="265320" y="150120"/>
            <a:chExt cx="8775000" cy="4838760"/>
          </a:xfrm>
        </p:grpSpPr>
        <p:sp>
          <p:nvSpPr>
            <p:cNvPr id="306" name="Google Shape;360;p17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7" name="Google Shape;361;p17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8" name="Google Shape;362;p17"/>
            <p:cNvSpPr/>
            <p:nvPr/>
          </p:nvSpPr>
          <p:spPr>
            <a:xfrm>
              <a:off x="313200" y="3812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9" name="Google Shape;363;p17"/>
            <p:cNvSpPr/>
            <p:nvPr/>
          </p:nvSpPr>
          <p:spPr>
            <a:xfrm>
              <a:off x="8856720" y="36270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" name="Google Shape;364;p17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1" name="Google Shape;365;p17"/>
            <p:cNvSpPr/>
            <p:nvPr/>
          </p:nvSpPr>
          <p:spPr>
            <a:xfrm>
              <a:off x="4251960" y="2390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2" name="Google Shape;366;p17"/>
            <p:cNvSpPr/>
            <p:nvPr/>
          </p:nvSpPr>
          <p:spPr>
            <a:xfrm>
              <a:off x="6039720" y="2246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3" name="Google Shape;367;p17"/>
            <p:cNvSpPr/>
            <p:nvPr/>
          </p:nvSpPr>
          <p:spPr>
            <a:xfrm>
              <a:off x="451080" y="3578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4" name="Google Shape;368;p17"/>
            <p:cNvSpPr/>
            <p:nvPr/>
          </p:nvSpPr>
          <p:spPr>
            <a:xfrm>
              <a:off x="1948680" y="4748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5" name="Google Shape;369;p17"/>
            <p:cNvSpPr/>
            <p:nvPr/>
          </p:nvSpPr>
          <p:spPr>
            <a:xfrm>
              <a:off x="745560" y="1501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6" name="Google Shape;370;p17"/>
            <p:cNvSpPr/>
            <p:nvPr/>
          </p:nvSpPr>
          <p:spPr>
            <a:xfrm>
              <a:off x="5747760" y="15012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7" name="Google Shape;371;p17"/>
            <p:cNvSpPr/>
            <p:nvPr/>
          </p:nvSpPr>
          <p:spPr>
            <a:xfrm>
              <a:off x="8586000" y="39204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8" name="Google Shape;372;p17"/>
            <p:cNvSpPr/>
            <p:nvPr/>
          </p:nvSpPr>
          <p:spPr>
            <a:xfrm>
              <a:off x="265320" y="5396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9" name="Google Shape;373;p17"/>
            <p:cNvSpPr/>
            <p:nvPr/>
          </p:nvSpPr>
          <p:spPr>
            <a:xfrm>
              <a:off x="8739720" y="4420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6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49;p17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324" name="Google Shape;350;p17"/>
          <p:cNvGrpSpPr/>
          <p:nvPr/>
        </p:nvGrpSpPr>
        <p:grpSpPr>
          <a:xfrm>
            <a:off x="-519840" y="-1277640"/>
            <a:ext cx="10334160" cy="6716520"/>
            <a:chOff x="-519840" y="-1277640"/>
            <a:chExt cx="10334160" cy="6716520"/>
          </a:xfrm>
        </p:grpSpPr>
        <p:grpSp>
          <p:nvGrpSpPr>
            <p:cNvPr id="325" name="Google Shape;351;p17"/>
            <p:cNvGrpSpPr/>
            <p:nvPr/>
          </p:nvGrpSpPr>
          <p:grpSpPr>
            <a:xfrm>
              <a:off x="-519840" y="-891360"/>
              <a:ext cx="10143000" cy="6330240"/>
              <a:chOff x="-519840" y="-891360"/>
              <a:chExt cx="10143000" cy="6330240"/>
            </a:xfrm>
          </p:grpSpPr>
          <p:pic>
            <p:nvPicPr>
              <p:cNvPr id="326" name="Google Shape;352;p17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-519840" y="3489120"/>
                <a:ext cx="2468520" cy="19497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7" name="Google Shape;353;p17" descr=""/>
              <p:cNvPicPr/>
              <p:nvPr/>
            </p:nvPicPr>
            <p:blipFill>
              <a:blip r:embed="rId4"/>
              <a:stretch/>
            </p:blipFill>
            <p:spPr>
              <a:xfrm rot="16200000">
                <a:off x="7226640" y="-468360"/>
                <a:ext cx="2142720" cy="2018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8" name="Google Shape;354;p17" descr=""/>
              <p:cNvPicPr/>
              <p:nvPr/>
            </p:nvPicPr>
            <p:blipFill>
              <a:blip r:embed="rId5"/>
              <a:stretch/>
            </p:blipFill>
            <p:spPr>
              <a:xfrm flipH="1" rot="16200000">
                <a:off x="7686000" y="-509040"/>
                <a:ext cx="2319480" cy="155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29" name="Google Shape;355;p17"/>
            <p:cNvGrpSpPr/>
            <p:nvPr/>
          </p:nvGrpSpPr>
          <p:grpSpPr>
            <a:xfrm>
              <a:off x="7968240" y="-1277640"/>
              <a:ext cx="1846080" cy="2336400"/>
              <a:chOff x="7968240" y="-1277640"/>
              <a:chExt cx="1846080" cy="2336400"/>
            </a:xfrm>
          </p:grpSpPr>
          <p:sp>
            <p:nvSpPr>
              <p:cNvPr id="330" name="Google Shape;356;p17"/>
              <p:cNvSpPr/>
              <p:nvPr/>
            </p:nvSpPr>
            <p:spPr>
              <a:xfrm rot="5245800">
                <a:off x="7754400" y="-68904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1" name="Google Shape;357;p17"/>
              <p:cNvSpPr/>
              <p:nvPr/>
            </p:nvSpPr>
            <p:spPr>
              <a:xfrm rot="5245800">
                <a:off x="7904520" y="-83880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2" name="Google Shape;358;p17"/>
              <p:cNvSpPr/>
              <p:nvPr/>
            </p:nvSpPr>
            <p:spPr>
              <a:xfrm rot="5245800">
                <a:off x="8054280" y="-988560"/>
                <a:ext cx="1973520" cy="1459080"/>
              </a:xfrm>
              <a:custGeom>
                <a:avLst/>
                <a:gdLst>
                  <a:gd name="textAreaLeft" fmla="*/ 0 w 1973520"/>
                  <a:gd name="textAreaRight" fmla="*/ 1975680 w 1973520"/>
                  <a:gd name="textAreaTop" fmla="*/ 0 h 1459080"/>
                  <a:gd name="textAreaBottom" fmla="*/ 1461240 h 145908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333" name="Google Shape;359;p17"/>
          <p:cNvGrpSpPr/>
          <p:nvPr/>
        </p:nvGrpSpPr>
        <p:grpSpPr>
          <a:xfrm>
            <a:off x="265320" y="150120"/>
            <a:ext cx="8775000" cy="4838760"/>
            <a:chOff x="265320" y="150120"/>
            <a:chExt cx="8775000" cy="4838760"/>
          </a:xfrm>
        </p:grpSpPr>
        <p:sp>
          <p:nvSpPr>
            <p:cNvPr id="334" name="Google Shape;360;p17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Google Shape;361;p17"/>
            <p:cNvSpPr/>
            <p:nvPr/>
          </p:nvSpPr>
          <p:spPr>
            <a:xfrm>
              <a:off x="8386920" y="1438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Google Shape;362;p17"/>
            <p:cNvSpPr/>
            <p:nvPr/>
          </p:nvSpPr>
          <p:spPr>
            <a:xfrm>
              <a:off x="313200" y="3812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Google Shape;363;p17"/>
            <p:cNvSpPr/>
            <p:nvPr/>
          </p:nvSpPr>
          <p:spPr>
            <a:xfrm>
              <a:off x="8856720" y="36270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Google Shape;364;p17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Google Shape;365;p17"/>
            <p:cNvSpPr/>
            <p:nvPr/>
          </p:nvSpPr>
          <p:spPr>
            <a:xfrm>
              <a:off x="4251960" y="2390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0" name="Google Shape;366;p17"/>
            <p:cNvSpPr/>
            <p:nvPr/>
          </p:nvSpPr>
          <p:spPr>
            <a:xfrm>
              <a:off x="6039720" y="2246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Google Shape;367;p17"/>
            <p:cNvSpPr/>
            <p:nvPr/>
          </p:nvSpPr>
          <p:spPr>
            <a:xfrm>
              <a:off x="451080" y="3578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Google Shape;368;p17"/>
            <p:cNvSpPr/>
            <p:nvPr/>
          </p:nvSpPr>
          <p:spPr>
            <a:xfrm>
              <a:off x="1948680" y="4748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Google Shape;369;p17"/>
            <p:cNvSpPr/>
            <p:nvPr/>
          </p:nvSpPr>
          <p:spPr>
            <a:xfrm>
              <a:off x="745560" y="1501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4" name="Google Shape;370;p17"/>
            <p:cNvSpPr/>
            <p:nvPr/>
          </p:nvSpPr>
          <p:spPr>
            <a:xfrm>
              <a:off x="5747760" y="15012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5" name="Google Shape;371;p17"/>
            <p:cNvSpPr/>
            <p:nvPr/>
          </p:nvSpPr>
          <p:spPr>
            <a:xfrm>
              <a:off x="8586000" y="39204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Google Shape;372;p17"/>
            <p:cNvSpPr/>
            <p:nvPr/>
          </p:nvSpPr>
          <p:spPr>
            <a:xfrm>
              <a:off x="265320" y="5396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Google Shape;373;p17"/>
            <p:cNvSpPr/>
            <p:nvPr/>
          </p:nvSpPr>
          <p:spPr>
            <a:xfrm>
              <a:off x="8739720" y="4420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84;p18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351" name="Google Shape;385;p18"/>
          <p:cNvGrpSpPr/>
          <p:nvPr/>
        </p:nvGrpSpPr>
        <p:grpSpPr>
          <a:xfrm>
            <a:off x="7801200" y="2936880"/>
            <a:ext cx="2721960" cy="3631680"/>
            <a:chOff x="7801200" y="2936880"/>
            <a:chExt cx="2721960" cy="3631680"/>
          </a:xfrm>
        </p:grpSpPr>
        <p:pic>
          <p:nvPicPr>
            <p:cNvPr id="352" name="Google Shape;386;p18" descr=""/>
            <p:cNvPicPr/>
            <p:nvPr/>
          </p:nvPicPr>
          <p:blipFill>
            <a:blip r:embed="rId3"/>
            <a:stretch/>
          </p:blipFill>
          <p:spPr>
            <a:xfrm rot="16200000">
              <a:off x="7244280" y="362448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53" name="Google Shape;387;p18" descr=""/>
            <p:cNvPicPr/>
            <p:nvPr/>
          </p:nvPicPr>
          <p:blipFill>
            <a:blip r:embed="rId4"/>
            <a:stretch/>
          </p:blipFill>
          <p:spPr>
            <a:xfrm rot="16200000">
              <a:off x="7522200" y="387684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4" name="Google Shape;388;p18"/>
            <p:cNvSpPr/>
            <p:nvPr/>
          </p:nvSpPr>
          <p:spPr>
            <a:xfrm flipH="1" rot="4796400">
              <a:off x="7664760" y="387576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" name="Google Shape;389;p18"/>
            <p:cNvSpPr/>
            <p:nvPr/>
          </p:nvSpPr>
          <p:spPr>
            <a:xfrm flipH="1" rot="4796400">
              <a:off x="7867800" y="398268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56" name="Google Shape;403;p18"/>
          <p:cNvGrpSpPr/>
          <p:nvPr/>
        </p:nvGrpSpPr>
        <p:grpSpPr>
          <a:xfrm>
            <a:off x="180360" y="221040"/>
            <a:ext cx="8868960" cy="4777560"/>
            <a:chOff x="180360" y="221040"/>
            <a:chExt cx="8868960" cy="4777560"/>
          </a:xfrm>
        </p:grpSpPr>
        <p:sp>
          <p:nvSpPr>
            <p:cNvPr id="357" name="Google Shape;404;p18"/>
            <p:cNvSpPr/>
            <p:nvPr/>
          </p:nvSpPr>
          <p:spPr>
            <a:xfrm>
              <a:off x="8647200" y="4676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8" name="Google Shape;405;p18"/>
            <p:cNvSpPr/>
            <p:nvPr/>
          </p:nvSpPr>
          <p:spPr>
            <a:xfrm>
              <a:off x="8690400" y="2934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9" name="Google Shape;406;p18"/>
            <p:cNvSpPr/>
            <p:nvPr/>
          </p:nvSpPr>
          <p:spPr>
            <a:xfrm>
              <a:off x="227880" y="11682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0" name="Google Shape;407;p18"/>
            <p:cNvSpPr/>
            <p:nvPr/>
          </p:nvSpPr>
          <p:spPr>
            <a:xfrm>
              <a:off x="311040" y="4467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1" name="Google Shape;408;p18"/>
            <p:cNvSpPr/>
            <p:nvPr/>
          </p:nvSpPr>
          <p:spPr>
            <a:xfrm>
              <a:off x="8044560" y="47012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2" name="Google Shape;409;p18"/>
            <p:cNvSpPr/>
            <p:nvPr/>
          </p:nvSpPr>
          <p:spPr>
            <a:xfrm>
              <a:off x="8791200" y="2570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3" name="Google Shape;410;p18"/>
            <p:cNvSpPr/>
            <p:nvPr/>
          </p:nvSpPr>
          <p:spPr>
            <a:xfrm>
              <a:off x="8386920" y="221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4" name="Google Shape;411;p18"/>
            <p:cNvSpPr/>
            <p:nvPr/>
          </p:nvSpPr>
          <p:spPr>
            <a:xfrm>
              <a:off x="1092960" y="2210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" name="Google Shape;412;p18"/>
            <p:cNvSpPr/>
            <p:nvPr/>
          </p:nvSpPr>
          <p:spPr>
            <a:xfrm>
              <a:off x="355680" y="45928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Google Shape;413;p18"/>
            <p:cNvSpPr/>
            <p:nvPr/>
          </p:nvSpPr>
          <p:spPr>
            <a:xfrm>
              <a:off x="180360" y="4385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Google Shape;414;p18"/>
            <p:cNvSpPr/>
            <p:nvPr/>
          </p:nvSpPr>
          <p:spPr>
            <a:xfrm>
              <a:off x="1094760" y="4910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84;p18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371" name="Google Shape;385;p18"/>
          <p:cNvGrpSpPr/>
          <p:nvPr/>
        </p:nvGrpSpPr>
        <p:grpSpPr>
          <a:xfrm>
            <a:off x="7801200" y="2936880"/>
            <a:ext cx="2721960" cy="3631680"/>
            <a:chOff x="7801200" y="2936880"/>
            <a:chExt cx="2721960" cy="3631680"/>
          </a:xfrm>
        </p:grpSpPr>
        <p:pic>
          <p:nvPicPr>
            <p:cNvPr id="372" name="Google Shape;386;p18" descr=""/>
            <p:cNvPicPr/>
            <p:nvPr/>
          </p:nvPicPr>
          <p:blipFill>
            <a:blip r:embed="rId3"/>
            <a:stretch/>
          </p:blipFill>
          <p:spPr>
            <a:xfrm rot="16200000">
              <a:off x="7244280" y="362448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3" name="Google Shape;387;p18" descr=""/>
            <p:cNvPicPr/>
            <p:nvPr/>
          </p:nvPicPr>
          <p:blipFill>
            <a:blip r:embed="rId4"/>
            <a:stretch/>
          </p:blipFill>
          <p:spPr>
            <a:xfrm rot="16200000">
              <a:off x="7522200" y="387684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4" name="Google Shape;388;p18"/>
            <p:cNvSpPr/>
            <p:nvPr/>
          </p:nvSpPr>
          <p:spPr>
            <a:xfrm flipH="1" rot="4796400">
              <a:off x="7664760" y="387576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" name="Google Shape;389;p18"/>
            <p:cNvSpPr/>
            <p:nvPr/>
          </p:nvSpPr>
          <p:spPr>
            <a:xfrm flipH="1" rot="4796400">
              <a:off x="7867800" y="398268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76" name="Google Shape;403;p18"/>
          <p:cNvGrpSpPr/>
          <p:nvPr/>
        </p:nvGrpSpPr>
        <p:grpSpPr>
          <a:xfrm>
            <a:off x="180360" y="221040"/>
            <a:ext cx="8868960" cy="4777560"/>
            <a:chOff x="180360" y="221040"/>
            <a:chExt cx="8868960" cy="4777560"/>
          </a:xfrm>
        </p:grpSpPr>
        <p:sp>
          <p:nvSpPr>
            <p:cNvPr id="377" name="Google Shape;404;p18"/>
            <p:cNvSpPr/>
            <p:nvPr/>
          </p:nvSpPr>
          <p:spPr>
            <a:xfrm>
              <a:off x="8647200" y="4676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8" name="Google Shape;405;p18"/>
            <p:cNvSpPr/>
            <p:nvPr/>
          </p:nvSpPr>
          <p:spPr>
            <a:xfrm>
              <a:off x="8690400" y="2934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9" name="Google Shape;406;p18"/>
            <p:cNvSpPr/>
            <p:nvPr/>
          </p:nvSpPr>
          <p:spPr>
            <a:xfrm>
              <a:off x="227880" y="11682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0" name="Google Shape;407;p18"/>
            <p:cNvSpPr/>
            <p:nvPr/>
          </p:nvSpPr>
          <p:spPr>
            <a:xfrm>
              <a:off x="311040" y="4467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1" name="Google Shape;408;p18"/>
            <p:cNvSpPr/>
            <p:nvPr/>
          </p:nvSpPr>
          <p:spPr>
            <a:xfrm>
              <a:off x="8044560" y="47012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2" name="Google Shape;409;p18"/>
            <p:cNvSpPr/>
            <p:nvPr/>
          </p:nvSpPr>
          <p:spPr>
            <a:xfrm>
              <a:off x="8791200" y="2570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" name="Google Shape;410;p18"/>
            <p:cNvSpPr/>
            <p:nvPr/>
          </p:nvSpPr>
          <p:spPr>
            <a:xfrm>
              <a:off x="8386920" y="221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4" name="Google Shape;411;p18"/>
            <p:cNvSpPr/>
            <p:nvPr/>
          </p:nvSpPr>
          <p:spPr>
            <a:xfrm>
              <a:off x="1092960" y="2210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5" name="Google Shape;412;p18"/>
            <p:cNvSpPr/>
            <p:nvPr/>
          </p:nvSpPr>
          <p:spPr>
            <a:xfrm>
              <a:off x="355680" y="45928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6" name="Google Shape;413;p18"/>
            <p:cNvSpPr/>
            <p:nvPr/>
          </p:nvSpPr>
          <p:spPr>
            <a:xfrm>
              <a:off x="180360" y="4385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7" name="Google Shape;414;p18"/>
            <p:cNvSpPr/>
            <p:nvPr/>
          </p:nvSpPr>
          <p:spPr>
            <a:xfrm>
              <a:off x="1094760" y="4910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84;p18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393" name="Google Shape;385;p18"/>
          <p:cNvGrpSpPr/>
          <p:nvPr/>
        </p:nvGrpSpPr>
        <p:grpSpPr>
          <a:xfrm>
            <a:off x="7801200" y="2936880"/>
            <a:ext cx="2721960" cy="3631680"/>
            <a:chOff x="7801200" y="2936880"/>
            <a:chExt cx="2721960" cy="3631680"/>
          </a:xfrm>
        </p:grpSpPr>
        <p:pic>
          <p:nvPicPr>
            <p:cNvPr id="394" name="Google Shape;386;p18" descr=""/>
            <p:cNvPicPr/>
            <p:nvPr/>
          </p:nvPicPr>
          <p:blipFill>
            <a:blip r:embed="rId3"/>
            <a:stretch/>
          </p:blipFill>
          <p:spPr>
            <a:xfrm rot="16200000">
              <a:off x="7244280" y="362448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5" name="Google Shape;387;p18" descr=""/>
            <p:cNvPicPr/>
            <p:nvPr/>
          </p:nvPicPr>
          <p:blipFill>
            <a:blip r:embed="rId4"/>
            <a:stretch/>
          </p:blipFill>
          <p:spPr>
            <a:xfrm rot="16200000">
              <a:off x="7522200" y="387684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96" name="Google Shape;388;p18"/>
            <p:cNvSpPr/>
            <p:nvPr/>
          </p:nvSpPr>
          <p:spPr>
            <a:xfrm flipH="1" rot="4796400">
              <a:off x="7664760" y="387576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7" name="Google Shape;389;p18"/>
            <p:cNvSpPr/>
            <p:nvPr/>
          </p:nvSpPr>
          <p:spPr>
            <a:xfrm flipH="1" rot="4796400">
              <a:off x="7867800" y="398268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98" name="Google Shape;403;p18"/>
          <p:cNvGrpSpPr/>
          <p:nvPr/>
        </p:nvGrpSpPr>
        <p:grpSpPr>
          <a:xfrm>
            <a:off x="180360" y="221040"/>
            <a:ext cx="8868960" cy="4777560"/>
            <a:chOff x="180360" y="221040"/>
            <a:chExt cx="8868960" cy="4777560"/>
          </a:xfrm>
        </p:grpSpPr>
        <p:sp>
          <p:nvSpPr>
            <p:cNvPr id="399" name="Google Shape;404;p18"/>
            <p:cNvSpPr/>
            <p:nvPr/>
          </p:nvSpPr>
          <p:spPr>
            <a:xfrm>
              <a:off x="8647200" y="4676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0" name="Google Shape;405;p18"/>
            <p:cNvSpPr/>
            <p:nvPr/>
          </p:nvSpPr>
          <p:spPr>
            <a:xfrm>
              <a:off x="8690400" y="2934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1" name="Google Shape;406;p18"/>
            <p:cNvSpPr/>
            <p:nvPr/>
          </p:nvSpPr>
          <p:spPr>
            <a:xfrm>
              <a:off x="227880" y="11682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" name="Google Shape;407;p18"/>
            <p:cNvSpPr/>
            <p:nvPr/>
          </p:nvSpPr>
          <p:spPr>
            <a:xfrm>
              <a:off x="311040" y="4467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3" name="Google Shape;408;p18"/>
            <p:cNvSpPr/>
            <p:nvPr/>
          </p:nvSpPr>
          <p:spPr>
            <a:xfrm>
              <a:off x="8044560" y="47012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4" name="Google Shape;409;p18"/>
            <p:cNvSpPr/>
            <p:nvPr/>
          </p:nvSpPr>
          <p:spPr>
            <a:xfrm>
              <a:off x="8791200" y="2570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5" name="Google Shape;410;p18"/>
            <p:cNvSpPr/>
            <p:nvPr/>
          </p:nvSpPr>
          <p:spPr>
            <a:xfrm>
              <a:off x="8386920" y="221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6" name="Google Shape;411;p18"/>
            <p:cNvSpPr/>
            <p:nvPr/>
          </p:nvSpPr>
          <p:spPr>
            <a:xfrm>
              <a:off x="1092960" y="2210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7" name="Google Shape;412;p18"/>
            <p:cNvSpPr/>
            <p:nvPr/>
          </p:nvSpPr>
          <p:spPr>
            <a:xfrm>
              <a:off x="355680" y="45928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8" name="Google Shape;413;p18"/>
            <p:cNvSpPr/>
            <p:nvPr/>
          </p:nvSpPr>
          <p:spPr>
            <a:xfrm>
              <a:off x="180360" y="4385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Google Shape;414;p18"/>
            <p:cNvSpPr/>
            <p:nvPr/>
          </p:nvSpPr>
          <p:spPr>
            <a:xfrm>
              <a:off x="1094760" y="4910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5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384;p18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415" name="Google Shape;385;p18"/>
          <p:cNvGrpSpPr/>
          <p:nvPr/>
        </p:nvGrpSpPr>
        <p:grpSpPr>
          <a:xfrm>
            <a:off x="7801200" y="2936880"/>
            <a:ext cx="2721960" cy="3631680"/>
            <a:chOff x="7801200" y="2936880"/>
            <a:chExt cx="2721960" cy="3631680"/>
          </a:xfrm>
        </p:grpSpPr>
        <p:pic>
          <p:nvPicPr>
            <p:cNvPr id="416" name="Google Shape;386;p18" descr=""/>
            <p:cNvPicPr/>
            <p:nvPr/>
          </p:nvPicPr>
          <p:blipFill>
            <a:blip r:embed="rId3"/>
            <a:stretch/>
          </p:blipFill>
          <p:spPr>
            <a:xfrm rot="16200000">
              <a:off x="7244280" y="362448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7" name="Google Shape;387;p18" descr=""/>
            <p:cNvPicPr/>
            <p:nvPr/>
          </p:nvPicPr>
          <p:blipFill>
            <a:blip r:embed="rId4"/>
            <a:stretch/>
          </p:blipFill>
          <p:spPr>
            <a:xfrm rot="16200000">
              <a:off x="7522200" y="3876840"/>
              <a:ext cx="3084120" cy="1708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8" name="Google Shape;388;p18"/>
            <p:cNvSpPr/>
            <p:nvPr/>
          </p:nvSpPr>
          <p:spPr>
            <a:xfrm flipH="1" rot="4796400">
              <a:off x="7664760" y="387576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9" name="Google Shape;389;p18"/>
            <p:cNvSpPr/>
            <p:nvPr/>
          </p:nvSpPr>
          <p:spPr>
            <a:xfrm flipH="1" rot="4796400">
              <a:off x="7867800" y="3982680"/>
              <a:ext cx="2790720" cy="2063160"/>
            </a:xfrm>
            <a:custGeom>
              <a:avLst/>
              <a:gdLst>
                <a:gd name="textAreaLeft" fmla="*/ -1080 w 2790720"/>
                <a:gd name="textAreaRight" fmla="*/ 2791800 w 2790720"/>
                <a:gd name="textAreaTop" fmla="*/ 0 h 2063160"/>
                <a:gd name="textAreaBottom" fmla="*/ 2064960 h 20631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20" name="Google Shape;403;p18"/>
          <p:cNvGrpSpPr/>
          <p:nvPr/>
        </p:nvGrpSpPr>
        <p:grpSpPr>
          <a:xfrm>
            <a:off x="180360" y="221040"/>
            <a:ext cx="8868960" cy="4777560"/>
            <a:chOff x="180360" y="221040"/>
            <a:chExt cx="8868960" cy="4777560"/>
          </a:xfrm>
        </p:grpSpPr>
        <p:sp>
          <p:nvSpPr>
            <p:cNvPr id="421" name="Google Shape;404;p18"/>
            <p:cNvSpPr/>
            <p:nvPr/>
          </p:nvSpPr>
          <p:spPr>
            <a:xfrm>
              <a:off x="8647200" y="4676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2" name="Google Shape;405;p18"/>
            <p:cNvSpPr/>
            <p:nvPr/>
          </p:nvSpPr>
          <p:spPr>
            <a:xfrm>
              <a:off x="8690400" y="2934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3" name="Google Shape;406;p18"/>
            <p:cNvSpPr/>
            <p:nvPr/>
          </p:nvSpPr>
          <p:spPr>
            <a:xfrm>
              <a:off x="227880" y="11682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4" name="Google Shape;407;p18"/>
            <p:cNvSpPr/>
            <p:nvPr/>
          </p:nvSpPr>
          <p:spPr>
            <a:xfrm>
              <a:off x="311040" y="4467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5" name="Google Shape;408;p18"/>
            <p:cNvSpPr/>
            <p:nvPr/>
          </p:nvSpPr>
          <p:spPr>
            <a:xfrm>
              <a:off x="8044560" y="47012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6" name="Google Shape;409;p18"/>
            <p:cNvSpPr/>
            <p:nvPr/>
          </p:nvSpPr>
          <p:spPr>
            <a:xfrm>
              <a:off x="8791200" y="2570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7" name="Google Shape;410;p18"/>
            <p:cNvSpPr/>
            <p:nvPr/>
          </p:nvSpPr>
          <p:spPr>
            <a:xfrm>
              <a:off x="8386920" y="221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8" name="Google Shape;411;p18"/>
            <p:cNvSpPr/>
            <p:nvPr/>
          </p:nvSpPr>
          <p:spPr>
            <a:xfrm>
              <a:off x="1092960" y="2210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29" name="Google Shape;412;p18"/>
            <p:cNvSpPr/>
            <p:nvPr/>
          </p:nvSpPr>
          <p:spPr>
            <a:xfrm>
              <a:off x="355680" y="45928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0" name="Google Shape;413;p18"/>
            <p:cNvSpPr/>
            <p:nvPr/>
          </p:nvSpPr>
          <p:spPr>
            <a:xfrm>
              <a:off x="180360" y="4385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1" name="Google Shape;414;p18"/>
            <p:cNvSpPr/>
            <p:nvPr/>
          </p:nvSpPr>
          <p:spPr>
            <a:xfrm>
              <a:off x="1094760" y="4910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5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16;p19" descr=""/>
          <p:cNvPicPr/>
          <p:nvPr/>
        </p:nvPicPr>
        <p:blipFill>
          <a:blip r:embed="rId2"/>
          <a:stretch/>
        </p:blipFill>
        <p:spPr>
          <a:xfrm>
            <a:off x="0" y="18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435" name="Google Shape;417;p19"/>
          <p:cNvGrpSpPr/>
          <p:nvPr/>
        </p:nvGrpSpPr>
        <p:grpSpPr>
          <a:xfrm>
            <a:off x="263520" y="183240"/>
            <a:ext cx="8793360" cy="4697280"/>
            <a:chOff x="263520" y="183240"/>
            <a:chExt cx="8793360" cy="4697280"/>
          </a:xfrm>
        </p:grpSpPr>
        <p:sp>
          <p:nvSpPr>
            <p:cNvPr id="436" name="Google Shape;418;p19"/>
            <p:cNvSpPr/>
            <p:nvPr/>
          </p:nvSpPr>
          <p:spPr>
            <a:xfrm>
              <a:off x="8915040" y="44294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7" name="Google Shape;419;p19"/>
            <p:cNvSpPr/>
            <p:nvPr/>
          </p:nvSpPr>
          <p:spPr>
            <a:xfrm>
              <a:off x="8596440" y="7099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8" name="Google Shape;420;p19"/>
            <p:cNvSpPr/>
            <p:nvPr/>
          </p:nvSpPr>
          <p:spPr>
            <a:xfrm>
              <a:off x="265320" y="14252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39" name="Google Shape;421;p19"/>
            <p:cNvSpPr/>
            <p:nvPr/>
          </p:nvSpPr>
          <p:spPr>
            <a:xfrm>
              <a:off x="7226280" y="9684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0" name="Google Shape;422;p19"/>
            <p:cNvSpPr/>
            <p:nvPr/>
          </p:nvSpPr>
          <p:spPr>
            <a:xfrm>
              <a:off x="8636400" y="41886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1" name="Google Shape;423;p19"/>
            <p:cNvSpPr/>
            <p:nvPr/>
          </p:nvSpPr>
          <p:spPr>
            <a:xfrm>
              <a:off x="1814400" y="1832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2" name="Google Shape;424;p19"/>
            <p:cNvSpPr/>
            <p:nvPr/>
          </p:nvSpPr>
          <p:spPr>
            <a:xfrm>
              <a:off x="413280" y="2448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3" name="Google Shape;425;p19"/>
            <p:cNvSpPr/>
            <p:nvPr/>
          </p:nvSpPr>
          <p:spPr>
            <a:xfrm>
              <a:off x="846000" y="4676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4" name="Google Shape;426;p19"/>
            <p:cNvSpPr/>
            <p:nvPr/>
          </p:nvSpPr>
          <p:spPr>
            <a:xfrm>
              <a:off x="8654400" y="9151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5" name="Google Shape;427;p19"/>
            <p:cNvSpPr/>
            <p:nvPr/>
          </p:nvSpPr>
          <p:spPr>
            <a:xfrm>
              <a:off x="263520" y="237312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6" name="Google Shape;428;p19"/>
            <p:cNvSpPr/>
            <p:nvPr/>
          </p:nvSpPr>
          <p:spPr>
            <a:xfrm>
              <a:off x="8666640" y="35938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7" name="Google Shape;429;p19"/>
            <p:cNvSpPr/>
            <p:nvPr/>
          </p:nvSpPr>
          <p:spPr>
            <a:xfrm>
              <a:off x="413280" y="20527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8" name="Google Shape;430;p19"/>
            <p:cNvSpPr/>
            <p:nvPr/>
          </p:nvSpPr>
          <p:spPr>
            <a:xfrm>
              <a:off x="4587480" y="47926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49" name="Google Shape;437;p19"/>
          <p:cNvGrpSpPr/>
          <p:nvPr/>
        </p:nvGrpSpPr>
        <p:grpSpPr>
          <a:xfrm>
            <a:off x="-1863000" y="-1938960"/>
            <a:ext cx="12052800" cy="8820000"/>
            <a:chOff x="-1863000" y="-1938960"/>
            <a:chExt cx="12052800" cy="8820000"/>
          </a:xfrm>
        </p:grpSpPr>
        <p:pic>
          <p:nvPicPr>
            <p:cNvPr id="450" name="Google Shape;438;p19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 flipH="1" rot="10800000">
              <a:off x="245880" y="-1938960"/>
              <a:ext cx="9602280" cy="64969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51" name="Google Shape;439;p19"/>
            <p:cNvGrpSpPr/>
            <p:nvPr/>
          </p:nvGrpSpPr>
          <p:grpSpPr>
            <a:xfrm>
              <a:off x="-1863000" y="-1216440"/>
              <a:ext cx="12052800" cy="8097480"/>
              <a:chOff x="-1863000" y="-1216440"/>
              <a:chExt cx="12052800" cy="8097480"/>
            </a:xfrm>
          </p:grpSpPr>
          <p:grpSp>
            <p:nvGrpSpPr>
              <p:cNvPr id="452" name="Google Shape;440;p19"/>
              <p:cNvGrpSpPr/>
              <p:nvPr/>
            </p:nvGrpSpPr>
            <p:grpSpPr>
              <a:xfrm>
                <a:off x="-1315800" y="-1144440"/>
                <a:ext cx="11278080" cy="6985800"/>
                <a:chOff x="-1315800" y="-1144440"/>
                <a:chExt cx="11278080" cy="6985800"/>
              </a:xfrm>
            </p:grpSpPr>
            <p:pic>
              <p:nvPicPr>
                <p:cNvPr id="453" name="Google Shape;441;p19" descr=""/>
                <p:cNvPicPr/>
                <p:nvPr/>
              </p:nvPicPr>
              <p:blipFill>
                <a:blip r:embed="rId4"/>
                <a:stretch/>
              </p:blipFill>
              <p:spPr>
                <a:xfrm>
                  <a:off x="-965520" y="2316600"/>
                  <a:ext cx="5640840" cy="312624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454" name="Google Shape;442;p19" descr=""/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-1315800" y="2715120"/>
                  <a:ext cx="5640840" cy="312624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455" name="Google Shape;443;p19" descr=""/>
                <p:cNvPicPr/>
                <p:nvPr/>
              </p:nvPicPr>
              <p:blipFill>
                <a:blip r:embed="rId6"/>
                <a:stretch/>
              </p:blipFill>
              <p:spPr>
                <a:xfrm flipH="1" rot="10800000">
                  <a:off x="5340600" y="-803880"/>
                  <a:ext cx="4439880" cy="418140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456" name="Google Shape;444;p19" descr=""/>
                <p:cNvPicPr/>
                <p:nvPr/>
              </p:nvPicPr>
              <p:blipFill>
                <a:blip r:embed="rId7"/>
                <a:stretch/>
              </p:blipFill>
              <p:spPr>
                <a:xfrm flipH="1" rot="10800000">
                  <a:off x="5522400" y="-1144440"/>
                  <a:ext cx="4439880" cy="418140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grpSp>
            <p:nvGrpSpPr>
              <p:cNvPr id="457" name="Google Shape;445;p19"/>
              <p:cNvGrpSpPr/>
              <p:nvPr/>
            </p:nvGrpSpPr>
            <p:grpSpPr>
              <a:xfrm>
                <a:off x="-1863000" y="-1216440"/>
                <a:ext cx="12052800" cy="8097480"/>
                <a:chOff x="-1863000" y="-1216440"/>
                <a:chExt cx="12052800" cy="8097480"/>
              </a:xfrm>
            </p:grpSpPr>
            <p:grpSp>
              <p:nvGrpSpPr>
                <p:cNvPr id="458" name="Google Shape;446;p19"/>
                <p:cNvGrpSpPr/>
                <p:nvPr/>
              </p:nvGrpSpPr>
              <p:grpSpPr>
                <a:xfrm>
                  <a:off x="-1863000" y="1976400"/>
                  <a:ext cx="6001560" cy="4904640"/>
                  <a:chOff x="-1863000" y="1976400"/>
                  <a:chExt cx="6001560" cy="4904640"/>
                </a:xfrm>
              </p:grpSpPr>
              <p:sp>
                <p:nvSpPr>
                  <p:cNvPr id="459" name="Google Shape;447;p19"/>
                  <p:cNvSpPr/>
                  <p:nvPr/>
                </p:nvSpPr>
                <p:spPr>
                  <a:xfrm flipH="1" rot="10557000">
                    <a:off x="-1540080" y="2166840"/>
                    <a:ext cx="5541120" cy="4097160"/>
                  </a:xfrm>
                  <a:custGeom>
                    <a:avLst/>
                    <a:gdLst>
                      <a:gd name="textAreaLeft" fmla="*/ -1080 w 5541120"/>
                      <a:gd name="textAreaRight" fmla="*/ 5542200 w 5541120"/>
                      <a:gd name="textAreaTop" fmla="*/ 0 h 4097160"/>
                      <a:gd name="textAreaBottom" fmla="*/ 4099320 h 4097160"/>
                    </a:gdLst>
                    <a:ahLst/>
                    <a:rect l="textAreaLeft" t="textAreaTop" r="textAreaRight" b="textAreaBottom"/>
                    <a:pathLst>
                      <a:path w="2956871" h="2186887">
                        <a:moveTo>
                          <a:pt x="2952768" y="178044"/>
                        </a:moveTo>
                        <a:cubicBezTo>
                          <a:pt x="2944569" y="304180"/>
                          <a:pt x="2933823" y="432256"/>
                          <a:pt x="2895101" y="553351"/>
                        </a:cubicBezTo>
                        <a:cubicBezTo>
                          <a:pt x="2854994" y="678822"/>
                          <a:pt x="2780985" y="787454"/>
                          <a:pt x="2665042" y="853762"/>
                        </a:cubicBezTo>
                        <a:cubicBezTo>
                          <a:pt x="2600839" y="890490"/>
                          <a:pt x="2529766" y="915418"/>
                          <a:pt x="2458194" y="933366"/>
                        </a:cubicBezTo>
                        <a:cubicBezTo>
                          <a:pt x="2382800" y="952256"/>
                          <a:pt x="2305136" y="962227"/>
                          <a:pt x="2227360" y="961563"/>
                        </a:cubicBezTo>
                        <a:cubicBezTo>
                          <a:pt x="2149473" y="960898"/>
                          <a:pt x="2073194" y="948267"/>
                          <a:pt x="1998464" y="926774"/>
                        </a:cubicBezTo>
                        <a:cubicBezTo>
                          <a:pt x="1925785" y="905890"/>
                          <a:pt x="1854768" y="879134"/>
                          <a:pt x="1781202" y="861241"/>
                        </a:cubicBezTo>
                        <a:cubicBezTo>
                          <a:pt x="1708523" y="843570"/>
                          <a:pt x="1634126" y="836867"/>
                          <a:pt x="1559619" y="845120"/>
                        </a:cubicBezTo>
                        <a:cubicBezTo>
                          <a:pt x="1490540" y="852710"/>
                          <a:pt x="1419301" y="870880"/>
                          <a:pt x="1358643" y="905613"/>
                        </a:cubicBezTo>
                        <a:cubicBezTo>
                          <a:pt x="1304743" y="936468"/>
                          <a:pt x="1265079" y="983222"/>
                          <a:pt x="1247796" y="1043216"/>
                        </a:cubicBezTo>
                        <a:cubicBezTo>
                          <a:pt x="1230623" y="1102711"/>
                          <a:pt x="1233448" y="1165973"/>
                          <a:pt x="1234889" y="1227185"/>
                        </a:cubicBezTo>
                        <a:cubicBezTo>
                          <a:pt x="1236384" y="1291666"/>
                          <a:pt x="1238323" y="1358806"/>
                          <a:pt x="1217107" y="1420628"/>
                        </a:cubicBezTo>
                        <a:cubicBezTo>
                          <a:pt x="1197053" y="1479125"/>
                          <a:pt x="1157335" y="1529868"/>
                          <a:pt x="1107589" y="1566208"/>
                        </a:cubicBezTo>
                        <a:cubicBezTo>
                          <a:pt x="1058841" y="1601827"/>
                          <a:pt x="999900" y="1624263"/>
                          <a:pt x="939352" y="1626921"/>
                        </a:cubicBezTo>
                        <a:cubicBezTo>
                          <a:pt x="872323" y="1629858"/>
                          <a:pt x="807953" y="1605539"/>
                          <a:pt x="743306" y="1591579"/>
                        </a:cubicBezTo>
                        <a:cubicBezTo>
                          <a:pt x="686470" y="1579281"/>
                          <a:pt x="623707" y="1573852"/>
                          <a:pt x="573851" y="1609638"/>
                        </a:cubicBezTo>
                        <a:cubicBezTo>
                          <a:pt x="529922" y="1641158"/>
                          <a:pt x="512251" y="1693285"/>
                          <a:pt x="504661" y="1744748"/>
                        </a:cubicBezTo>
                        <a:cubicBezTo>
                          <a:pt x="496075" y="1802803"/>
                          <a:pt x="499011" y="1862243"/>
                          <a:pt x="487987" y="1919965"/>
                        </a:cubicBezTo>
                        <a:cubicBezTo>
                          <a:pt x="476465" y="1980457"/>
                          <a:pt x="450927" y="2039233"/>
                          <a:pt x="411707" y="2087039"/>
                        </a:cubicBezTo>
                        <a:cubicBezTo>
                          <a:pt x="374204" y="2132741"/>
                          <a:pt x="323185" y="2167806"/>
                          <a:pt x="264354" y="2178553"/>
                        </a:cubicBezTo>
                        <a:cubicBezTo>
                          <a:pt x="189238" y="2192291"/>
                          <a:pt x="113955" y="2168415"/>
                          <a:pt x="38561" y="2172626"/>
                        </a:cubicBezTo>
                        <a:cubicBezTo>
                          <a:pt x="33575" y="2172903"/>
                          <a:pt x="3551" y="2176558"/>
                          <a:pt x="4326" y="2178221"/>
                        </a:cubicBezTo>
                        <a:cubicBezTo>
                          <a:pt x="3828" y="2177112"/>
                          <a:pt x="4714" y="2174066"/>
                          <a:pt x="4770" y="2172903"/>
                        </a:cubicBezTo>
                        <a:lnTo>
                          <a:pt x="6819" y="2149304"/>
                        </a:lnTo>
                        <a:cubicBezTo>
                          <a:pt x="13910" y="2068315"/>
                          <a:pt x="20945" y="1987271"/>
                          <a:pt x="28036" y="1906283"/>
                        </a:cubicBezTo>
                        <a:cubicBezTo>
                          <a:pt x="39946" y="1770064"/>
                          <a:pt x="51801" y="1633846"/>
                          <a:pt x="63711" y="1497628"/>
                        </a:cubicBezTo>
                        <a:cubicBezTo>
                          <a:pt x="77837" y="1335540"/>
                          <a:pt x="92018" y="1173451"/>
                          <a:pt x="106144" y="1011419"/>
                        </a:cubicBezTo>
                        <a:cubicBezTo>
                          <a:pt x="120270" y="849386"/>
                          <a:pt x="133565" y="696992"/>
                          <a:pt x="147303" y="539779"/>
                        </a:cubicBezTo>
                        <a:cubicBezTo>
                          <a:pt x="157939" y="417797"/>
                          <a:pt x="168575" y="295871"/>
                          <a:pt x="179266" y="173890"/>
                        </a:cubicBezTo>
                        <a:lnTo>
                          <a:pt x="189293" y="58832"/>
                        </a:lnTo>
                        <a:lnTo>
                          <a:pt x="192340" y="23601"/>
                        </a:lnTo>
                        <a:cubicBezTo>
                          <a:pt x="192838" y="18006"/>
                          <a:pt x="194833" y="10472"/>
                          <a:pt x="194002" y="4877"/>
                        </a:cubicBezTo>
                        <a:cubicBezTo>
                          <a:pt x="193337" y="778"/>
                          <a:pt x="191841" y="3880"/>
                          <a:pt x="193836" y="4323"/>
                        </a:cubicBezTo>
                        <a:cubicBezTo>
                          <a:pt x="198212" y="5265"/>
                          <a:pt x="203308" y="4932"/>
                          <a:pt x="207795" y="5209"/>
                        </a:cubicBezTo>
                        <a:cubicBezTo>
                          <a:pt x="230286" y="6650"/>
                          <a:pt x="252777" y="8090"/>
                          <a:pt x="275267" y="9530"/>
                        </a:cubicBezTo>
                        <a:cubicBezTo>
                          <a:pt x="365396" y="15291"/>
                          <a:pt x="455470" y="20997"/>
                          <a:pt x="545599" y="26758"/>
                        </a:cubicBezTo>
                        <a:cubicBezTo>
                          <a:pt x="678826" y="35234"/>
                          <a:pt x="812108" y="43765"/>
                          <a:pt x="945335" y="52240"/>
                        </a:cubicBezTo>
                        <a:cubicBezTo>
                          <a:pt x="1104265" y="62378"/>
                          <a:pt x="1263141" y="72515"/>
                          <a:pt x="1422071" y="82597"/>
                        </a:cubicBezTo>
                        <a:cubicBezTo>
                          <a:pt x="1585877" y="93012"/>
                          <a:pt x="1749682" y="103481"/>
                          <a:pt x="1913432" y="113896"/>
                        </a:cubicBezTo>
                        <a:cubicBezTo>
                          <a:pt x="2064995" y="123535"/>
                          <a:pt x="2216558" y="133229"/>
                          <a:pt x="2368121" y="142868"/>
                        </a:cubicBezTo>
                        <a:cubicBezTo>
                          <a:pt x="2486778" y="150402"/>
                          <a:pt x="2605436" y="157991"/>
                          <a:pt x="2724039" y="165525"/>
                        </a:cubicBezTo>
                        <a:cubicBezTo>
                          <a:pt x="2792120" y="169845"/>
                          <a:pt x="2860201" y="174222"/>
                          <a:pt x="2928283" y="178543"/>
                        </a:cubicBezTo>
                        <a:cubicBezTo>
                          <a:pt x="2937091" y="179097"/>
                          <a:pt x="2945899" y="179651"/>
                          <a:pt x="2954707" y="180205"/>
                        </a:cubicBezTo>
                        <a:cubicBezTo>
                          <a:pt x="2957366" y="180371"/>
                          <a:pt x="2957366" y="176216"/>
                          <a:pt x="2954707" y="176050"/>
                        </a:cubicBezTo>
                        <a:cubicBezTo>
                          <a:pt x="2930056" y="174499"/>
                          <a:pt x="2905349" y="172893"/>
                          <a:pt x="2880698" y="171341"/>
                        </a:cubicBezTo>
                        <a:cubicBezTo>
                          <a:pt x="2813558" y="167076"/>
                          <a:pt x="2746474" y="162810"/>
                          <a:pt x="2679334" y="158489"/>
                        </a:cubicBezTo>
                        <a:cubicBezTo>
                          <a:pt x="2580508" y="152175"/>
                          <a:pt x="2481627" y="145915"/>
                          <a:pt x="2382800" y="139600"/>
                        </a:cubicBezTo>
                        <a:cubicBezTo>
                          <a:pt x="2261761" y="131899"/>
                          <a:pt x="2140776" y="124199"/>
                          <a:pt x="2019736" y="116444"/>
                        </a:cubicBezTo>
                        <a:cubicBezTo>
                          <a:pt x="1887174" y="108024"/>
                          <a:pt x="1754557" y="99549"/>
                          <a:pt x="1621995" y="91128"/>
                        </a:cubicBezTo>
                        <a:cubicBezTo>
                          <a:pt x="1488657" y="82653"/>
                          <a:pt x="1355319" y="74122"/>
                          <a:pt x="1221982" y="65646"/>
                        </a:cubicBezTo>
                        <a:cubicBezTo>
                          <a:pt x="1097175" y="57669"/>
                          <a:pt x="972423" y="49747"/>
                          <a:pt x="847617" y="41770"/>
                        </a:cubicBezTo>
                        <a:cubicBezTo>
                          <a:pt x="742199" y="35068"/>
                          <a:pt x="636725" y="28309"/>
                          <a:pt x="531307" y="21607"/>
                        </a:cubicBezTo>
                        <a:cubicBezTo>
                          <a:pt x="455747" y="16787"/>
                          <a:pt x="380187" y="11967"/>
                          <a:pt x="304627" y="7148"/>
                        </a:cubicBezTo>
                        <a:cubicBezTo>
                          <a:pt x="268841" y="4877"/>
                          <a:pt x="232613" y="611"/>
                          <a:pt x="196772" y="279"/>
                        </a:cubicBezTo>
                        <a:cubicBezTo>
                          <a:pt x="195220" y="279"/>
                          <a:pt x="193669" y="58"/>
                          <a:pt x="192174" y="2"/>
                        </a:cubicBezTo>
                        <a:cubicBezTo>
                          <a:pt x="191010" y="-53"/>
                          <a:pt x="190179" y="999"/>
                          <a:pt x="190069" y="2107"/>
                        </a:cubicBezTo>
                        <a:cubicBezTo>
                          <a:pt x="188351" y="21496"/>
                          <a:pt x="186689" y="40940"/>
                          <a:pt x="184972" y="60328"/>
                        </a:cubicBezTo>
                        <a:cubicBezTo>
                          <a:pt x="180374" y="113176"/>
                          <a:pt x="175776" y="165968"/>
                          <a:pt x="171123" y="218816"/>
                        </a:cubicBezTo>
                        <a:cubicBezTo>
                          <a:pt x="164310" y="296923"/>
                          <a:pt x="157496" y="375087"/>
                          <a:pt x="150682" y="453195"/>
                        </a:cubicBezTo>
                        <a:cubicBezTo>
                          <a:pt x="142373" y="548531"/>
                          <a:pt x="134063" y="643867"/>
                          <a:pt x="125699" y="739204"/>
                        </a:cubicBezTo>
                        <a:cubicBezTo>
                          <a:pt x="116614" y="843126"/>
                          <a:pt x="107529" y="947049"/>
                          <a:pt x="98499" y="1050971"/>
                        </a:cubicBezTo>
                        <a:cubicBezTo>
                          <a:pt x="89304" y="1156390"/>
                          <a:pt x="80108" y="1261752"/>
                          <a:pt x="70912" y="1367170"/>
                        </a:cubicBezTo>
                        <a:cubicBezTo>
                          <a:pt x="62326" y="1465443"/>
                          <a:pt x="53740" y="1563770"/>
                          <a:pt x="45153" y="1662042"/>
                        </a:cubicBezTo>
                        <a:cubicBezTo>
                          <a:pt x="37896" y="1745136"/>
                          <a:pt x="30639" y="1828230"/>
                          <a:pt x="23383" y="1911268"/>
                        </a:cubicBezTo>
                        <a:cubicBezTo>
                          <a:pt x="18175" y="1971040"/>
                          <a:pt x="12968" y="2030812"/>
                          <a:pt x="7761" y="2090529"/>
                        </a:cubicBezTo>
                        <a:lnTo>
                          <a:pt x="2886" y="2146146"/>
                        </a:lnTo>
                        <a:cubicBezTo>
                          <a:pt x="2055" y="2155619"/>
                          <a:pt x="-161" y="2166033"/>
                          <a:pt x="338" y="2175506"/>
                        </a:cubicBezTo>
                        <a:cubicBezTo>
                          <a:pt x="393" y="2176669"/>
                          <a:pt x="116" y="2177999"/>
                          <a:pt x="6" y="2179162"/>
                        </a:cubicBezTo>
                        <a:cubicBezTo>
                          <a:pt x="-105" y="2180602"/>
                          <a:pt x="1446" y="2181378"/>
                          <a:pt x="2609" y="2181157"/>
                        </a:cubicBezTo>
                        <a:cubicBezTo>
                          <a:pt x="85592" y="2165368"/>
                          <a:pt x="168630" y="2195171"/>
                          <a:pt x="251835" y="2184536"/>
                        </a:cubicBezTo>
                        <a:cubicBezTo>
                          <a:pt x="312493" y="2176780"/>
                          <a:pt x="366283" y="2144650"/>
                          <a:pt x="406555" y="2099282"/>
                        </a:cubicBezTo>
                        <a:cubicBezTo>
                          <a:pt x="447548" y="2053082"/>
                          <a:pt x="475080" y="1995359"/>
                          <a:pt x="488874" y="1935366"/>
                        </a:cubicBezTo>
                        <a:cubicBezTo>
                          <a:pt x="503332" y="1872491"/>
                          <a:pt x="499122" y="1807290"/>
                          <a:pt x="508871" y="1743696"/>
                        </a:cubicBezTo>
                        <a:cubicBezTo>
                          <a:pt x="518621" y="1680101"/>
                          <a:pt x="549089" y="1612297"/>
                          <a:pt x="618832" y="1592299"/>
                        </a:cubicBezTo>
                        <a:cubicBezTo>
                          <a:pt x="690182" y="1571803"/>
                          <a:pt x="767237" y="1602547"/>
                          <a:pt x="836427" y="1618667"/>
                        </a:cubicBezTo>
                        <a:cubicBezTo>
                          <a:pt x="900021" y="1633458"/>
                          <a:pt x="962341" y="1636173"/>
                          <a:pt x="1024772" y="1614346"/>
                        </a:cubicBezTo>
                        <a:cubicBezTo>
                          <a:pt x="1082606" y="1594127"/>
                          <a:pt x="1134678" y="1557289"/>
                          <a:pt x="1172790" y="1509261"/>
                        </a:cubicBezTo>
                        <a:cubicBezTo>
                          <a:pt x="1212177" y="1459626"/>
                          <a:pt x="1231897" y="1401239"/>
                          <a:pt x="1237382" y="1338586"/>
                        </a:cubicBezTo>
                        <a:cubicBezTo>
                          <a:pt x="1243586" y="1267846"/>
                          <a:pt x="1235110" y="1196884"/>
                          <a:pt x="1239044" y="1126088"/>
                        </a:cubicBezTo>
                        <a:cubicBezTo>
                          <a:pt x="1243253" y="1050861"/>
                          <a:pt x="1266021" y="979455"/>
                          <a:pt x="1327344" y="931538"/>
                        </a:cubicBezTo>
                        <a:cubicBezTo>
                          <a:pt x="1391936" y="881072"/>
                          <a:pt x="1479461" y="858138"/>
                          <a:pt x="1559619" y="849331"/>
                        </a:cubicBezTo>
                        <a:cubicBezTo>
                          <a:pt x="1644873" y="839913"/>
                          <a:pt x="1729019" y="850715"/>
                          <a:pt x="1811393" y="873483"/>
                        </a:cubicBezTo>
                        <a:cubicBezTo>
                          <a:pt x="1891274" y="895530"/>
                          <a:pt x="1968828" y="925666"/>
                          <a:pt x="2049595" y="944611"/>
                        </a:cubicBezTo>
                        <a:cubicBezTo>
                          <a:pt x="2209190" y="982114"/>
                          <a:pt x="2377593" y="967767"/>
                          <a:pt x="2532369" y="916138"/>
                        </a:cubicBezTo>
                        <a:cubicBezTo>
                          <a:pt x="2602722" y="892650"/>
                          <a:pt x="2671634" y="861462"/>
                          <a:pt x="2730021" y="815041"/>
                        </a:cubicBezTo>
                        <a:cubicBezTo>
                          <a:pt x="2781429" y="774214"/>
                          <a:pt x="2822699" y="722142"/>
                          <a:pt x="2853443" y="664308"/>
                        </a:cubicBezTo>
                        <a:cubicBezTo>
                          <a:pt x="2916040" y="546648"/>
                          <a:pt x="2937091" y="411260"/>
                          <a:pt x="2949112" y="280083"/>
                        </a:cubicBezTo>
                        <a:cubicBezTo>
                          <a:pt x="2952214" y="246126"/>
                          <a:pt x="2954651" y="212113"/>
                          <a:pt x="2956867" y="178100"/>
                        </a:cubicBezTo>
                        <a:cubicBezTo>
                          <a:pt x="2957033" y="175441"/>
                          <a:pt x="2952879" y="175441"/>
                          <a:pt x="2952712" y="17810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7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68400" rIns="68400" tIns="34200" bIns="3420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en-US" sz="14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endParaRPr>
                  </a:p>
                </p:txBody>
              </p:sp>
              <p:sp>
                <p:nvSpPr>
                  <p:cNvPr id="460" name="Google Shape;448;p19"/>
                  <p:cNvSpPr/>
                  <p:nvPr/>
                </p:nvSpPr>
                <p:spPr>
                  <a:xfrm flipH="1" rot="10557000">
                    <a:off x="-1725120" y="2593080"/>
                    <a:ext cx="5541120" cy="4097160"/>
                  </a:xfrm>
                  <a:custGeom>
                    <a:avLst/>
                    <a:gdLst>
                      <a:gd name="textAreaLeft" fmla="*/ -1080 w 5541120"/>
                      <a:gd name="textAreaRight" fmla="*/ 5542200 w 5541120"/>
                      <a:gd name="textAreaTop" fmla="*/ 0 h 4097160"/>
                      <a:gd name="textAreaBottom" fmla="*/ 4099320 h 4097160"/>
                    </a:gdLst>
                    <a:ahLst/>
                    <a:rect l="textAreaLeft" t="textAreaTop" r="textAreaRight" b="textAreaBottom"/>
                    <a:pathLst>
                      <a:path w="2956871" h="2186887">
                        <a:moveTo>
                          <a:pt x="2952768" y="178044"/>
                        </a:moveTo>
                        <a:cubicBezTo>
                          <a:pt x="2944569" y="304180"/>
                          <a:pt x="2933823" y="432256"/>
                          <a:pt x="2895101" y="553351"/>
                        </a:cubicBezTo>
                        <a:cubicBezTo>
                          <a:pt x="2854994" y="678822"/>
                          <a:pt x="2780985" y="787454"/>
                          <a:pt x="2665042" y="853762"/>
                        </a:cubicBezTo>
                        <a:cubicBezTo>
                          <a:pt x="2600839" y="890490"/>
                          <a:pt x="2529766" y="915418"/>
                          <a:pt x="2458194" y="933366"/>
                        </a:cubicBezTo>
                        <a:cubicBezTo>
                          <a:pt x="2382800" y="952256"/>
                          <a:pt x="2305136" y="962227"/>
                          <a:pt x="2227360" y="961563"/>
                        </a:cubicBezTo>
                        <a:cubicBezTo>
                          <a:pt x="2149473" y="960898"/>
                          <a:pt x="2073194" y="948267"/>
                          <a:pt x="1998464" y="926774"/>
                        </a:cubicBezTo>
                        <a:cubicBezTo>
                          <a:pt x="1925785" y="905890"/>
                          <a:pt x="1854768" y="879134"/>
                          <a:pt x="1781202" y="861241"/>
                        </a:cubicBezTo>
                        <a:cubicBezTo>
                          <a:pt x="1708523" y="843570"/>
                          <a:pt x="1634126" y="836867"/>
                          <a:pt x="1559619" y="845120"/>
                        </a:cubicBezTo>
                        <a:cubicBezTo>
                          <a:pt x="1490540" y="852710"/>
                          <a:pt x="1419301" y="870880"/>
                          <a:pt x="1358643" y="905613"/>
                        </a:cubicBezTo>
                        <a:cubicBezTo>
                          <a:pt x="1304743" y="936468"/>
                          <a:pt x="1265079" y="983222"/>
                          <a:pt x="1247796" y="1043216"/>
                        </a:cubicBezTo>
                        <a:cubicBezTo>
                          <a:pt x="1230623" y="1102711"/>
                          <a:pt x="1233448" y="1165973"/>
                          <a:pt x="1234889" y="1227185"/>
                        </a:cubicBezTo>
                        <a:cubicBezTo>
                          <a:pt x="1236384" y="1291666"/>
                          <a:pt x="1238323" y="1358806"/>
                          <a:pt x="1217107" y="1420628"/>
                        </a:cubicBezTo>
                        <a:cubicBezTo>
                          <a:pt x="1197053" y="1479125"/>
                          <a:pt x="1157335" y="1529868"/>
                          <a:pt x="1107589" y="1566208"/>
                        </a:cubicBezTo>
                        <a:cubicBezTo>
                          <a:pt x="1058841" y="1601827"/>
                          <a:pt x="999900" y="1624263"/>
                          <a:pt x="939352" y="1626921"/>
                        </a:cubicBezTo>
                        <a:cubicBezTo>
                          <a:pt x="872323" y="1629858"/>
                          <a:pt x="807953" y="1605539"/>
                          <a:pt x="743306" y="1591579"/>
                        </a:cubicBezTo>
                        <a:cubicBezTo>
                          <a:pt x="686470" y="1579281"/>
                          <a:pt x="623707" y="1573852"/>
                          <a:pt x="573851" y="1609638"/>
                        </a:cubicBezTo>
                        <a:cubicBezTo>
                          <a:pt x="529922" y="1641158"/>
                          <a:pt x="512251" y="1693285"/>
                          <a:pt x="504661" y="1744748"/>
                        </a:cubicBezTo>
                        <a:cubicBezTo>
                          <a:pt x="496075" y="1802803"/>
                          <a:pt x="499011" y="1862243"/>
                          <a:pt x="487987" y="1919965"/>
                        </a:cubicBezTo>
                        <a:cubicBezTo>
                          <a:pt x="476465" y="1980457"/>
                          <a:pt x="450927" y="2039233"/>
                          <a:pt x="411707" y="2087039"/>
                        </a:cubicBezTo>
                        <a:cubicBezTo>
                          <a:pt x="374204" y="2132741"/>
                          <a:pt x="323185" y="2167806"/>
                          <a:pt x="264354" y="2178553"/>
                        </a:cubicBezTo>
                        <a:cubicBezTo>
                          <a:pt x="189238" y="2192291"/>
                          <a:pt x="113955" y="2168415"/>
                          <a:pt x="38561" y="2172626"/>
                        </a:cubicBezTo>
                        <a:cubicBezTo>
                          <a:pt x="33575" y="2172903"/>
                          <a:pt x="3551" y="2176558"/>
                          <a:pt x="4326" y="2178221"/>
                        </a:cubicBezTo>
                        <a:cubicBezTo>
                          <a:pt x="3828" y="2177112"/>
                          <a:pt x="4714" y="2174066"/>
                          <a:pt x="4770" y="2172903"/>
                        </a:cubicBezTo>
                        <a:lnTo>
                          <a:pt x="6819" y="2149304"/>
                        </a:lnTo>
                        <a:cubicBezTo>
                          <a:pt x="13910" y="2068315"/>
                          <a:pt x="20945" y="1987271"/>
                          <a:pt x="28036" y="1906283"/>
                        </a:cubicBezTo>
                        <a:cubicBezTo>
                          <a:pt x="39946" y="1770064"/>
                          <a:pt x="51801" y="1633846"/>
                          <a:pt x="63711" y="1497628"/>
                        </a:cubicBezTo>
                        <a:cubicBezTo>
                          <a:pt x="77837" y="1335540"/>
                          <a:pt x="92018" y="1173451"/>
                          <a:pt x="106144" y="1011419"/>
                        </a:cubicBezTo>
                        <a:cubicBezTo>
                          <a:pt x="120270" y="849386"/>
                          <a:pt x="133565" y="696992"/>
                          <a:pt x="147303" y="539779"/>
                        </a:cubicBezTo>
                        <a:cubicBezTo>
                          <a:pt x="157939" y="417797"/>
                          <a:pt x="168575" y="295871"/>
                          <a:pt x="179266" y="173890"/>
                        </a:cubicBezTo>
                        <a:lnTo>
                          <a:pt x="189293" y="58832"/>
                        </a:lnTo>
                        <a:lnTo>
                          <a:pt x="192340" y="23601"/>
                        </a:lnTo>
                        <a:cubicBezTo>
                          <a:pt x="192838" y="18006"/>
                          <a:pt x="194833" y="10472"/>
                          <a:pt x="194002" y="4877"/>
                        </a:cubicBezTo>
                        <a:cubicBezTo>
                          <a:pt x="193337" y="778"/>
                          <a:pt x="191841" y="3880"/>
                          <a:pt x="193836" y="4323"/>
                        </a:cubicBezTo>
                        <a:cubicBezTo>
                          <a:pt x="198212" y="5265"/>
                          <a:pt x="203308" y="4932"/>
                          <a:pt x="207795" y="5209"/>
                        </a:cubicBezTo>
                        <a:cubicBezTo>
                          <a:pt x="230286" y="6650"/>
                          <a:pt x="252777" y="8090"/>
                          <a:pt x="275267" y="9530"/>
                        </a:cubicBezTo>
                        <a:cubicBezTo>
                          <a:pt x="365396" y="15291"/>
                          <a:pt x="455470" y="20997"/>
                          <a:pt x="545599" y="26758"/>
                        </a:cubicBezTo>
                        <a:cubicBezTo>
                          <a:pt x="678826" y="35234"/>
                          <a:pt x="812108" y="43765"/>
                          <a:pt x="945335" y="52240"/>
                        </a:cubicBezTo>
                        <a:cubicBezTo>
                          <a:pt x="1104265" y="62378"/>
                          <a:pt x="1263141" y="72515"/>
                          <a:pt x="1422071" y="82597"/>
                        </a:cubicBezTo>
                        <a:cubicBezTo>
                          <a:pt x="1585877" y="93012"/>
                          <a:pt x="1749682" y="103481"/>
                          <a:pt x="1913432" y="113896"/>
                        </a:cubicBezTo>
                        <a:cubicBezTo>
                          <a:pt x="2064995" y="123535"/>
                          <a:pt x="2216558" y="133229"/>
                          <a:pt x="2368121" y="142868"/>
                        </a:cubicBezTo>
                        <a:cubicBezTo>
                          <a:pt x="2486778" y="150402"/>
                          <a:pt x="2605436" y="157991"/>
                          <a:pt x="2724039" y="165525"/>
                        </a:cubicBezTo>
                        <a:cubicBezTo>
                          <a:pt x="2792120" y="169845"/>
                          <a:pt x="2860201" y="174222"/>
                          <a:pt x="2928283" y="178543"/>
                        </a:cubicBezTo>
                        <a:cubicBezTo>
                          <a:pt x="2937091" y="179097"/>
                          <a:pt x="2945899" y="179651"/>
                          <a:pt x="2954707" y="180205"/>
                        </a:cubicBezTo>
                        <a:cubicBezTo>
                          <a:pt x="2957366" y="180371"/>
                          <a:pt x="2957366" y="176216"/>
                          <a:pt x="2954707" y="176050"/>
                        </a:cubicBezTo>
                        <a:cubicBezTo>
                          <a:pt x="2930056" y="174499"/>
                          <a:pt x="2905349" y="172893"/>
                          <a:pt x="2880698" y="171341"/>
                        </a:cubicBezTo>
                        <a:cubicBezTo>
                          <a:pt x="2813558" y="167076"/>
                          <a:pt x="2746474" y="162810"/>
                          <a:pt x="2679334" y="158489"/>
                        </a:cubicBezTo>
                        <a:cubicBezTo>
                          <a:pt x="2580508" y="152175"/>
                          <a:pt x="2481627" y="145915"/>
                          <a:pt x="2382800" y="139600"/>
                        </a:cubicBezTo>
                        <a:cubicBezTo>
                          <a:pt x="2261761" y="131899"/>
                          <a:pt x="2140776" y="124199"/>
                          <a:pt x="2019736" y="116444"/>
                        </a:cubicBezTo>
                        <a:cubicBezTo>
                          <a:pt x="1887174" y="108024"/>
                          <a:pt x="1754557" y="99549"/>
                          <a:pt x="1621995" y="91128"/>
                        </a:cubicBezTo>
                        <a:cubicBezTo>
                          <a:pt x="1488657" y="82653"/>
                          <a:pt x="1355319" y="74122"/>
                          <a:pt x="1221982" y="65646"/>
                        </a:cubicBezTo>
                        <a:cubicBezTo>
                          <a:pt x="1097175" y="57669"/>
                          <a:pt x="972423" y="49747"/>
                          <a:pt x="847617" y="41770"/>
                        </a:cubicBezTo>
                        <a:cubicBezTo>
                          <a:pt x="742199" y="35068"/>
                          <a:pt x="636725" y="28309"/>
                          <a:pt x="531307" y="21607"/>
                        </a:cubicBezTo>
                        <a:cubicBezTo>
                          <a:pt x="455747" y="16787"/>
                          <a:pt x="380187" y="11967"/>
                          <a:pt x="304627" y="7148"/>
                        </a:cubicBezTo>
                        <a:cubicBezTo>
                          <a:pt x="268841" y="4877"/>
                          <a:pt x="232613" y="611"/>
                          <a:pt x="196772" y="279"/>
                        </a:cubicBezTo>
                        <a:cubicBezTo>
                          <a:pt x="195220" y="279"/>
                          <a:pt x="193669" y="58"/>
                          <a:pt x="192174" y="2"/>
                        </a:cubicBezTo>
                        <a:cubicBezTo>
                          <a:pt x="191010" y="-53"/>
                          <a:pt x="190179" y="999"/>
                          <a:pt x="190069" y="2107"/>
                        </a:cubicBezTo>
                        <a:cubicBezTo>
                          <a:pt x="188351" y="21496"/>
                          <a:pt x="186689" y="40940"/>
                          <a:pt x="184972" y="60328"/>
                        </a:cubicBezTo>
                        <a:cubicBezTo>
                          <a:pt x="180374" y="113176"/>
                          <a:pt x="175776" y="165968"/>
                          <a:pt x="171123" y="218816"/>
                        </a:cubicBezTo>
                        <a:cubicBezTo>
                          <a:pt x="164310" y="296923"/>
                          <a:pt x="157496" y="375087"/>
                          <a:pt x="150682" y="453195"/>
                        </a:cubicBezTo>
                        <a:cubicBezTo>
                          <a:pt x="142373" y="548531"/>
                          <a:pt x="134063" y="643867"/>
                          <a:pt x="125699" y="739204"/>
                        </a:cubicBezTo>
                        <a:cubicBezTo>
                          <a:pt x="116614" y="843126"/>
                          <a:pt x="107529" y="947049"/>
                          <a:pt x="98499" y="1050971"/>
                        </a:cubicBezTo>
                        <a:cubicBezTo>
                          <a:pt x="89304" y="1156390"/>
                          <a:pt x="80108" y="1261752"/>
                          <a:pt x="70912" y="1367170"/>
                        </a:cubicBezTo>
                        <a:cubicBezTo>
                          <a:pt x="62326" y="1465443"/>
                          <a:pt x="53740" y="1563770"/>
                          <a:pt x="45153" y="1662042"/>
                        </a:cubicBezTo>
                        <a:cubicBezTo>
                          <a:pt x="37896" y="1745136"/>
                          <a:pt x="30639" y="1828230"/>
                          <a:pt x="23383" y="1911268"/>
                        </a:cubicBezTo>
                        <a:cubicBezTo>
                          <a:pt x="18175" y="1971040"/>
                          <a:pt x="12968" y="2030812"/>
                          <a:pt x="7761" y="2090529"/>
                        </a:cubicBezTo>
                        <a:lnTo>
                          <a:pt x="2886" y="2146146"/>
                        </a:lnTo>
                        <a:cubicBezTo>
                          <a:pt x="2055" y="2155619"/>
                          <a:pt x="-161" y="2166033"/>
                          <a:pt x="338" y="2175506"/>
                        </a:cubicBezTo>
                        <a:cubicBezTo>
                          <a:pt x="393" y="2176669"/>
                          <a:pt x="116" y="2177999"/>
                          <a:pt x="6" y="2179162"/>
                        </a:cubicBezTo>
                        <a:cubicBezTo>
                          <a:pt x="-105" y="2180602"/>
                          <a:pt x="1446" y="2181378"/>
                          <a:pt x="2609" y="2181157"/>
                        </a:cubicBezTo>
                        <a:cubicBezTo>
                          <a:pt x="85592" y="2165368"/>
                          <a:pt x="168630" y="2195171"/>
                          <a:pt x="251835" y="2184536"/>
                        </a:cubicBezTo>
                        <a:cubicBezTo>
                          <a:pt x="312493" y="2176780"/>
                          <a:pt x="366283" y="2144650"/>
                          <a:pt x="406555" y="2099282"/>
                        </a:cubicBezTo>
                        <a:cubicBezTo>
                          <a:pt x="447548" y="2053082"/>
                          <a:pt x="475080" y="1995359"/>
                          <a:pt x="488874" y="1935366"/>
                        </a:cubicBezTo>
                        <a:cubicBezTo>
                          <a:pt x="503332" y="1872491"/>
                          <a:pt x="499122" y="1807290"/>
                          <a:pt x="508871" y="1743696"/>
                        </a:cubicBezTo>
                        <a:cubicBezTo>
                          <a:pt x="518621" y="1680101"/>
                          <a:pt x="549089" y="1612297"/>
                          <a:pt x="618832" y="1592299"/>
                        </a:cubicBezTo>
                        <a:cubicBezTo>
                          <a:pt x="690182" y="1571803"/>
                          <a:pt x="767237" y="1602547"/>
                          <a:pt x="836427" y="1618667"/>
                        </a:cubicBezTo>
                        <a:cubicBezTo>
                          <a:pt x="900021" y="1633458"/>
                          <a:pt x="962341" y="1636173"/>
                          <a:pt x="1024772" y="1614346"/>
                        </a:cubicBezTo>
                        <a:cubicBezTo>
                          <a:pt x="1082606" y="1594127"/>
                          <a:pt x="1134678" y="1557289"/>
                          <a:pt x="1172790" y="1509261"/>
                        </a:cubicBezTo>
                        <a:cubicBezTo>
                          <a:pt x="1212177" y="1459626"/>
                          <a:pt x="1231897" y="1401239"/>
                          <a:pt x="1237382" y="1338586"/>
                        </a:cubicBezTo>
                        <a:cubicBezTo>
                          <a:pt x="1243586" y="1267846"/>
                          <a:pt x="1235110" y="1196884"/>
                          <a:pt x="1239044" y="1126088"/>
                        </a:cubicBezTo>
                        <a:cubicBezTo>
                          <a:pt x="1243253" y="1050861"/>
                          <a:pt x="1266021" y="979455"/>
                          <a:pt x="1327344" y="931538"/>
                        </a:cubicBezTo>
                        <a:cubicBezTo>
                          <a:pt x="1391936" y="881072"/>
                          <a:pt x="1479461" y="858138"/>
                          <a:pt x="1559619" y="849331"/>
                        </a:cubicBezTo>
                        <a:cubicBezTo>
                          <a:pt x="1644873" y="839913"/>
                          <a:pt x="1729019" y="850715"/>
                          <a:pt x="1811393" y="873483"/>
                        </a:cubicBezTo>
                        <a:cubicBezTo>
                          <a:pt x="1891274" y="895530"/>
                          <a:pt x="1968828" y="925666"/>
                          <a:pt x="2049595" y="944611"/>
                        </a:cubicBezTo>
                        <a:cubicBezTo>
                          <a:pt x="2209190" y="982114"/>
                          <a:pt x="2377593" y="967767"/>
                          <a:pt x="2532369" y="916138"/>
                        </a:cubicBezTo>
                        <a:cubicBezTo>
                          <a:pt x="2602722" y="892650"/>
                          <a:pt x="2671634" y="861462"/>
                          <a:pt x="2730021" y="815041"/>
                        </a:cubicBezTo>
                        <a:cubicBezTo>
                          <a:pt x="2781429" y="774214"/>
                          <a:pt x="2822699" y="722142"/>
                          <a:pt x="2853443" y="664308"/>
                        </a:cubicBezTo>
                        <a:cubicBezTo>
                          <a:pt x="2916040" y="546648"/>
                          <a:pt x="2937091" y="411260"/>
                          <a:pt x="2949112" y="280083"/>
                        </a:cubicBezTo>
                        <a:cubicBezTo>
                          <a:pt x="2952214" y="246126"/>
                          <a:pt x="2954651" y="212113"/>
                          <a:pt x="2956867" y="178100"/>
                        </a:cubicBezTo>
                        <a:cubicBezTo>
                          <a:pt x="2957033" y="175441"/>
                          <a:pt x="2952879" y="175441"/>
                          <a:pt x="2952712" y="17810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7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68400" rIns="68400" tIns="34200" bIns="3420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en-US" sz="14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endParaRPr>
                  </a:p>
                </p:txBody>
              </p:sp>
            </p:grpSp>
            <p:sp>
              <p:nvSpPr>
                <p:cNvPr id="461" name="Google Shape;449;p19"/>
                <p:cNvSpPr/>
                <p:nvPr/>
              </p:nvSpPr>
              <p:spPr>
                <a:xfrm flipH="1" rot="365400">
                  <a:off x="5861160" y="-1003320"/>
                  <a:ext cx="4176000" cy="3087000"/>
                </a:xfrm>
                <a:custGeom>
                  <a:avLst/>
                  <a:gdLst>
                    <a:gd name="textAreaLeft" fmla="*/ -1080 w 4176000"/>
                    <a:gd name="textAreaRight" fmla="*/ 4177080 w 4176000"/>
                    <a:gd name="textAreaTop" fmla="*/ 0 h 3087000"/>
                    <a:gd name="textAreaBottom" fmla="*/ 3089160 h 3087000"/>
                  </a:gdLst>
                  <a:ahLst/>
                  <a:rect l="textAreaLeft" t="textAreaTop" r="textAreaRight" b="textAreaBottom"/>
                  <a:pathLst>
                    <a:path w="2956871" h="2186887">
                      <a:moveTo>
                        <a:pt x="2952768" y="178044"/>
                      </a:moveTo>
                      <a:cubicBezTo>
                        <a:pt x="2944569" y="304180"/>
                        <a:pt x="2933823" y="432256"/>
                        <a:pt x="2895101" y="553351"/>
                      </a:cubicBezTo>
                      <a:cubicBezTo>
                        <a:pt x="2854994" y="678822"/>
                        <a:pt x="2780985" y="787454"/>
                        <a:pt x="2665042" y="853762"/>
                      </a:cubicBezTo>
                      <a:cubicBezTo>
                        <a:pt x="2600839" y="890490"/>
                        <a:pt x="2529766" y="915418"/>
                        <a:pt x="2458194" y="933366"/>
                      </a:cubicBezTo>
                      <a:cubicBezTo>
                        <a:pt x="2382800" y="952256"/>
                        <a:pt x="2305136" y="962227"/>
                        <a:pt x="2227360" y="961563"/>
                      </a:cubicBezTo>
                      <a:cubicBezTo>
                        <a:pt x="2149473" y="960898"/>
                        <a:pt x="2073194" y="948267"/>
                        <a:pt x="1998464" y="926774"/>
                      </a:cubicBezTo>
                      <a:cubicBezTo>
                        <a:pt x="1925785" y="905890"/>
                        <a:pt x="1854768" y="879134"/>
                        <a:pt x="1781202" y="861241"/>
                      </a:cubicBezTo>
                      <a:cubicBezTo>
                        <a:pt x="1708523" y="843570"/>
                        <a:pt x="1634126" y="836867"/>
                        <a:pt x="1559619" y="845120"/>
                      </a:cubicBezTo>
                      <a:cubicBezTo>
                        <a:pt x="1490540" y="852710"/>
                        <a:pt x="1419301" y="870880"/>
                        <a:pt x="1358643" y="905613"/>
                      </a:cubicBezTo>
                      <a:cubicBezTo>
                        <a:pt x="1304743" y="936468"/>
                        <a:pt x="1265079" y="983222"/>
                        <a:pt x="1247796" y="1043216"/>
                      </a:cubicBezTo>
                      <a:cubicBezTo>
                        <a:pt x="1230623" y="1102711"/>
                        <a:pt x="1233448" y="1165973"/>
                        <a:pt x="1234889" y="1227185"/>
                      </a:cubicBezTo>
                      <a:cubicBezTo>
                        <a:pt x="1236384" y="1291666"/>
                        <a:pt x="1238323" y="1358806"/>
                        <a:pt x="1217107" y="1420628"/>
                      </a:cubicBezTo>
                      <a:cubicBezTo>
                        <a:pt x="1197053" y="1479125"/>
                        <a:pt x="1157335" y="1529868"/>
                        <a:pt x="1107589" y="1566208"/>
                      </a:cubicBezTo>
                      <a:cubicBezTo>
                        <a:pt x="1058841" y="1601827"/>
                        <a:pt x="999900" y="1624263"/>
                        <a:pt x="939352" y="1626921"/>
                      </a:cubicBezTo>
                      <a:cubicBezTo>
                        <a:pt x="872323" y="1629858"/>
                        <a:pt x="807953" y="1605539"/>
                        <a:pt x="743306" y="1591579"/>
                      </a:cubicBezTo>
                      <a:cubicBezTo>
                        <a:pt x="686470" y="1579281"/>
                        <a:pt x="623707" y="1573852"/>
                        <a:pt x="573851" y="1609638"/>
                      </a:cubicBezTo>
                      <a:cubicBezTo>
                        <a:pt x="529922" y="1641158"/>
                        <a:pt x="512251" y="1693285"/>
                        <a:pt x="504661" y="1744748"/>
                      </a:cubicBezTo>
                      <a:cubicBezTo>
                        <a:pt x="496075" y="1802803"/>
                        <a:pt x="499011" y="1862243"/>
                        <a:pt x="487987" y="1919965"/>
                      </a:cubicBezTo>
                      <a:cubicBezTo>
                        <a:pt x="476465" y="1980457"/>
                        <a:pt x="450927" y="2039233"/>
                        <a:pt x="411707" y="2087039"/>
                      </a:cubicBezTo>
                      <a:cubicBezTo>
                        <a:pt x="374204" y="2132741"/>
                        <a:pt x="323185" y="2167806"/>
                        <a:pt x="264354" y="2178553"/>
                      </a:cubicBezTo>
                      <a:cubicBezTo>
                        <a:pt x="189238" y="2192291"/>
                        <a:pt x="113955" y="2168415"/>
                        <a:pt x="38561" y="2172626"/>
                      </a:cubicBezTo>
                      <a:cubicBezTo>
                        <a:pt x="33575" y="2172903"/>
                        <a:pt x="3551" y="2176558"/>
                        <a:pt x="4326" y="2178221"/>
                      </a:cubicBezTo>
                      <a:cubicBezTo>
                        <a:pt x="3828" y="2177112"/>
                        <a:pt x="4714" y="2174066"/>
                        <a:pt x="4770" y="2172903"/>
                      </a:cubicBezTo>
                      <a:lnTo>
                        <a:pt x="6819" y="2149304"/>
                      </a:lnTo>
                      <a:cubicBezTo>
                        <a:pt x="13910" y="2068315"/>
                        <a:pt x="20945" y="1987271"/>
                        <a:pt x="28036" y="1906283"/>
                      </a:cubicBezTo>
                      <a:cubicBezTo>
                        <a:pt x="39946" y="1770064"/>
                        <a:pt x="51801" y="1633846"/>
                        <a:pt x="63711" y="1497628"/>
                      </a:cubicBezTo>
                      <a:cubicBezTo>
                        <a:pt x="77837" y="1335540"/>
                        <a:pt x="92018" y="1173451"/>
                        <a:pt x="106144" y="1011419"/>
                      </a:cubicBezTo>
                      <a:cubicBezTo>
                        <a:pt x="120270" y="849386"/>
                        <a:pt x="133565" y="696992"/>
                        <a:pt x="147303" y="539779"/>
                      </a:cubicBezTo>
                      <a:cubicBezTo>
                        <a:pt x="157939" y="417797"/>
                        <a:pt x="168575" y="295871"/>
                        <a:pt x="179266" y="173890"/>
                      </a:cubicBezTo>
                      <a:lnTo>
                        <a:pt x="189293" y="58832"/>
                      </a:lnTo>
                      <a:lnTo>
                        <a:pt x="192340" y="23601"/>
                      </a:lnTo>
                      <a:cubicBezTo>
                        <a:pt x="192838" y="18006"/>
                        <a:pt x="194833" y="10472"/>
                        <a:pt x="194002" y="4877"/>
                      </a:cubicBezTo>
                      <a:cubicBezTo>
                        <a:pt x="193337" y="778"/>
                        <a:pt x="191841" y="3880"/>
                        <a:pt x="193836" y="4323"/>
                      </a:cubicBezTo>
                      <a:cubicBezTo>
                        <a:pt x="198212" y="5265"/>
                        <a:pt x="203308" y="4932"/>
                        <a:pt x="207795" y="5209"/>
                      </a:cubicBezTo>
                      <a:cubicBezTo>
                        <a:pt x="230286" y="6650"/>
                        <a:pt x="252777" y="8090"/>
                        <a:pt x="275267" y="9530"/>
                      </a:cubicBezTo>
                      <a:cubicBezTo>
                        <a:pt x="365396" y="15291"/>
                        <a:pt x="455470" y="20997"/>
                        <a:pt x="545599" y="26758"/>
                      </a:cubicBezTo>
                      <a:cubicBezTo>
                        <a:pt x="678826" y="35234"/>
                        <a:pt x="812108" y="43765"/>
                        <a:pt x="945335" y="52240"/>
                      </a:cubicBezTo>
                      <a:cubicBezTo>
                        <a:pt x="1104265" y="62378"/>
                        <a:pt x="1263141" y="72515"/>
                        <a:pt x="1422071" y="82597"/>
                      </a:cubicBezTo>
                      <a:cubicBezTo>
                        <a:pt x="1585877" y="93012"/>
                        <a:pt x="1749682" y="103481"/>
                        <a:pt x="1913432" y="113896"/>
                      </a:cubicBezTo>
                      <a:cubicBezTo>
                        <a:pt x="2064995" y="123535"/>
                        <a:pt x="2216558" y="133229"/>
                        <a:pt x="2368121" y="142868"/>
                      </a:cubicBezTo>
                      <a:cubicBezTo>
                        <a:pt x="2486778" y="150402"/>
                        <a:pt x="2605436" y="157991"/>
                        <a:pt x="2724039" y="165525"/>
                      </a:cubicBezTo>
                      <a:cubicBezTo>
                        <a:pt x="2792120" y="169845"/>
                        <a:pt x="2860201" y="174222"/>
                        <a:pt x="2928283" y="178543"/>
                      </a:cubicBezTo>
                      <a:cubicBezTo>
                        <a:pt x="2937091" y="179097"/>
                        <a:pt x="2945899" y="179651"/>
                        <a:pt x="2954707" y="180205"/>
                      </a:cubicBezTo>
                      <a:cubicBezTo>
                        <a:pt x="2957366" y="180371"/>
                        <a:pt x="2957366" y="176216"/>
                        <a:pt x="2954707" y="176050"/>
                      </a:cubicBezTo>
                      <a:cubicBezTo>
                        <a:pt x="2930056" y="174499"/>
                        <a:pt x="2905349" y="172893"/>
                        <a:pt x="2880698" y="171341"/>
                      </a:cubicBezTo>
                      <a:cubicBezTo>
                        <a:pt x="2813558" y="167076"/>
                        <a:pt x="2746474" y="162810"/>
                        <a:pt x="2679334" y="158489"/>
                      </a:cubicBezTo>
                      <a:cubicBezTo>
                        <a:pt x="2580508" y="152175"/>
                        <a:pt x="2481627" y="145915"/>
                        <a:pt x="2382800" y="139600"/>
                      </a:cubicBezTo>
                      <a:cubicBezTo>
                        <a:pt x="2261761" y="131899"/>
                        <a:pt x="2140776" y="124199"/>
                        <a:pt x="2019736" y="116444"/>
                      </a:cubicBezTo>
                      <a:cubicBezTo>
                        <a:pt x="1887174" y="108024"/>
                        <a:pt x="1754557" y="99549"/>
                        <a:pt x="1621995" y="91128"/>
                      </a:cubicBezTo>
                      <a:cubicBezTo>
                        <a:pt x="1488657" y="82653"/>
                        <a:pt x="1355319" y="74122"/>
                        <a:pt x="1221982" y="65646"/>
                      </a:cubicBezTo>
                      <a:cubicBezTo>
                        <a:pt x="1097175" y="57669"/>
                        <a:pt x="972423" y="49747"/>
                        <a:pt x="847617" y="41770"/>
                      </a:cubicBezTo>
                      <a:cubicBezTo>
                        <a:pt x="742199" y="35068"/>
                        <a:pt x="636725" y="28309"/>
                        <a:pt x="531307" y="21607"/>
                      </a:cubicBezTo>
                      <a:cubicBezTo>
                        <a:pt x="455747" y="16787"/>
                        <a:pt x="380187" y="11967"/>
                        <a:pt x="304627" y="7148"/>
                      </a:cubicBezTo>
                      <a:cubicBezTo>
                        <a:pt x="268841" y="4877"/>
                        <a:pt x="232613" y="611"/>
                        <a:pt x="196772" y="279"/>
                      </a:cubicBezTo>
                      <a:cubicBezTo>
                        <a:pt x="195220" y="279"/>
                        <a:pt x="193669" y="58"/>
                        <a:pt x="192174" y="2"/>
                      </a:cubicBezTo>
                      <a:cubicBezTo>
                        <a:pt x="191010" y="-53"/>
                        <a:pt x="190179" y="999"/>
                        <a:pt x="190069" y="2107"/>
                      </a:cubicBezTo>
                      <a:cubicBezTo>
                        <a:pt x="188351" y="21496"/>
                        <a:pt x="186689" y="40940"/>
                        <a:pt x="184972" y="60328"/>
                      </a:cubicBezTo>
                      <a:cubicBezTo>
                        <a:pt x="180374" y="113176"/>
                        <a:pt x="175776" y="165968"/>
                        <a:pt x="171123" y="218816"/>
                      </a:cubicBezTo>
                      <a:cubicBezTo>
                        <a:pt x="164310" y="296923"/>
                        <a:pt x="157496" y="375087"/>
                        <a:pt x="150682" y="453195"/>
                      </a:cubicBezTo>
                      <a:cubicBezTo>
                        <a:pt x="142373" y="548531"/>
                        <a:pt x="134063" y="643867"/>
                        <a:pt x="125699" y="739204"/>
                      </a:cubicBezTo>
                      <a:cubicBezTo>
                        <a:pt x="116614" y="843126"/>
                        <a:pt x="107529" y="947049"/>
                        <a:pt x="98499" y="1050971"/>
                      </a:cubicBezTo>
                      <a:cubicBezTo>
                        <a:pt x="89304" y="1156390"/>
                        <a:pt x="80108" y="1261752"/>
                        <a:pt x="70912" y="1367170"/>
                      </a:cubicBezTo>
                      <a:cubicBezTo>
                        <a:pt x="62326" y="1465443"/>
                        <a:pt x="53740" y="1563770"/>
                        <a:pt x="45153" y="1662042"/>
                      </a:cubicBezTo>
                      <a:cubicBezTo>
                        <a:pt x="37896" y="1745136"/>
                        <a:pt x="30639" y="1828230"/>
                        <a:pt x="23383" y="1911268"/>
                      </a:cubicBezTo>
                      <a:cubicBezTo>
                        <a:pt x="18175" y="1971040"/>
                        <a:pt x="12968" y="2030812"/>
                        <a:pt x="7761" y="2090529"/>
                      </a:cubicBezTo>
                      <a:lnTo>
                        <a:pt x="2886" y="2146146"/>
                      </a:lnTo>
                      <a:cubicBezTo>
                        <a:pt x="2055" y="2155619"/>
                        <a:pt x="-161" y="2166033"/>
                        <a:pt x="338" y="2175506"/>
                      </a:cubicBezTo>
                      <a:cubicBezTo>
                        <a:pt x="393" y="2176669"/>
                        <a:pt x="116" y="2177999"/>
                        <a:pt x="6" y="2179162"/>
                      </a:cubicBezTo>
                      <a:cubicBezTo>
                        <a:pt x="-105" y="2180602"/>
                        <a:pt x="1446" y="2181378"/>
                        <a:pt x="2609" y="2181157"/>
                      </a:cubicBezTo>
                      <a:cubicBezTo>
                        <a:pt x="85592" y="2165368"/>
                        <a:pt x="168630" y="2195171"/>
                        <a:pt x="251835" y="2184536"/>
                      </a:cubicBezTo>
                      <a:cubicBezTo>
                        <a:pt x="312493" y="2176780"/>
                        <a:pt x="366283" y="2144650"/>
                        <a:pt x="406555" y="2099282"/>
                      </a:cubicBezTo>
                      <a:cubicBezTo>
                        <a:pt x="447548" y="2053082"/>
                        <a:pt x="475080" y="1995359"/>
                        <a:pt x="488874" y="1935366"/>
                      </a:cubicBezTo>
                      <a:cubicBezTo>
                        <a:pt x="503332" y="1872491"/>
                        <a:pt x="499122" y="1807290"/>
                        <a:pt x="508871" y="1743696"/>
                      </a:cubicBezTo>
                      <a:cubicBezTo>
                        <a:pt x="518621" y="1680101"/>
                        <a:pt x="549089" y="1612297"/>
                        <a:pt x="618832" y="1592299"/>
                      </a:cubicBezTo>
                      <a:cubicBezTo>
                        <a:pt x="690182" y="1571803"/>
                        <a:pt x="767237" y="1602547"/>
                        <a:pt x="836427" y="1618667"/>
                      </a:cubicBezTo>
                      <a:cubicBezTo>
                        <a:pt x="900021" y="1633458"/>
                        <a:pt x="962341" y="1636173"/>
                        <a:pt x="1024772" y="1614346"/>
                      </a:cubicBezTo>
                      <a:cubicBezTo>
                        <a:pt x="1082606" y="1594127"/>
                        <a:pt x="1134678" y="1557289"/>
                        <a:pt x="1172790" y="1509261"/>
                      </a:cubicBezTo>
                      <a:cubicBezTo>
                        <a:pt x="1212177" y="1459626"/>
                        <a:pt x="1231897" y="1401239"/>
                        <a:pt x="1237382" y="1338586"/>
                      </a:cubicBezTo>
                      <a:cubicBezTo>
                        <a:pt x="1243586" y="1267846"/>
                        <a:pt x="1235110" y="1196884"/>
                        <a:pt x="1239044" y="1126088"/>
                      </a:cubicBezTo>
                      <a:cubicBezTo>
                        <a:pt x="1243253" y="1050861"/>
                        <a:pt x="1266021" y="979455"/>
                        <a:pt x="1327344" y="931538"/>
                      </a:cubicBezTo>
                      <a:cubicBezTo>
                        <a:pt x="1391936" y="881072"/>
                        <a:pt x="1479461" y="858138"/>
                        <a:pt x="1559619" y="849331"/>
                      </a:cubicBezTo>
                      <a:cubicBezTo>
                        <a:pt x="1644873" y="839913"/>
                        <a:pt x="1729019" y="850715"/>
                        <a:pt x="1811393" y="873483"/>
                      </a:cubicBezTo>
                      <a:cubicBezTo>
                        <a:pt x="1891274" y="895530"/>
                        <a:pt x="1968828" y="925666"/>
                        <a:pt x="2049595" y="944611"/>
                      </a:cubicBezTo>
                      <a:cubicBezTo>
                        <a:pt x="2209190" y="982114"/>
                        <a:pt x="2377593" y="967767"/>
                        <a:pt x="2532369" y="916138"/>
                      </a:cubicBezTo>
                      <a:cubicBezTo>
                        <a:pt x="2602722" y="892650"/>
                        <a:pt x="2671634" y="861462"/>
                        <a:pt x="2730021" y="815041"/>
                      </a:cubicBezTo>
                      <a:cubicBezTo>
                        <a:pt x="2781429" y="774214"/>
                        <a:pt x="2822699" y="722142"/>
                        <a:pt x="2853443" y="664308"/>
                      </a:cubicBezTo>
                      <a:cubicBezTo>
                        <a:pt x="2916040" y="546648"/>
                        <a:pt x="2937091" y="411260"/>
                        <a:pt x="2949112" y="280083"/>
                      </a:cubicBezTo>
                      <a:cubicBezTo>
                        <a:pt x="2952214" y="246126"/>
                        <a:pt x="2954651" y="212113"/>
                        <a:pt x="2956867" y="178100"/>
                      </a:cubicBezTo>
                      <a:cubicBezTo>
                        <a:pt x="2957033" y="175441"/>
                        <a:pt x="2952879" y="175441"/>
                        <a:pt x="2952712" y="178100"/>
                      </a:cubicBezTo>
                      <a:close/>
                    </a:path>
                  </a:pathLst>
                </a:custGeom>
                <a:solidFill>
                  <a:srgbClr val="ffffff">
                    <a:alpha val="17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68400" rIns="68400" tIns="34200" bIns="342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  <a:ea typeface="DejaVu Sans"/>
                  </a:endParaRPr>
                </a:p>
              </p:txBody>
            </p:sp>
          </p:grpSp>
        </p:grpSp>
      </p:grp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8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51;p20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465" name="Google Shape;452;p20"/>
          <p:cNvGrpSpPr/>
          <p:nvPr/>
        </p:nvGrpSpPr>
        <p:grpSpPr>
          <a:xfrm>
            <a:off x="-1602720" y="-2128680"/>
            <a:ext cx="12611880" cy="8768160"/>
            <a:chOff x="-1602720" y="-2128680"/>
            <a:chExt cx="12611880" cy="8768160"/>
          </a:xfrm>
        </p:grpSpPr>
        <p:pic>
          <p:nvPicPr>
            <p:cNvPr id="466" name="Google Shape;453;p20" descr=""/>
            <p:cNvPicPr/>
            <p:nvPr/>
          </p:nvPicPr>
          <p:blipFill>
            <a:blip r:embed="rId3">
              <a:alphaModFix amt="35000"/>
            </a:blip>
            <a:srcRect l="0" t="21516" r="35706" b="15218"/>
            <a:stretch/>
          </p:blipFill>
          <p:spPr>
            <a:xfrm flipH="1" rot="10800000">
              <a:off x="1219320" y="-1499040"/>
              <a:ext cx="8420040" cy="569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67" name="Google Shape;454;p20" descr=""/>
            <p:cNvPicPr/>
            <p:nvPr/>
          </p:nvPicPr>
          <p:blipFill>
            <a:blip r:embed="rId4"/>
            <a:stretch/>
          </p:blipFill>
          <p:spPr>
            <a:xfrm>
              <a:off x="-1431720" y="266472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68" name="Google Shape;455;p20" descr=""/>
            <p:cNvPicPr/>
            <p:nvPr/>
          </p:nvPicPr>
          <p:blipFill>
            <a:blip r:embed="rId5"/>
            <a:stretch/>
          </p:blipFill>
          <p:spPr>
            <a:xfrm>
              <a:off x="4641840" y="146412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69" name="Google Shape;456;p20" descr=""/>
            <p:cNvPicPr/>
            <p:nvPr/>
          </p:nvPicPr>
          <p:blipFill>
            <a:blip r:embed="rId6"/>
            <a:stretch/>
          </p:blipFill>
          <p:spPr>
            <a:xfrm flipH="1" rot="10800000">
              <a:off x="-1293840" y="-1376640"/>
              <a:ext cx="5346360" cy="349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0" name="Google Shape;457;p20" descr=""/>
            <p:cNvPicPr/>
            <p:nvPr/>
          </p:nvPicPr>
          <p:blipFill>
            <a:blip r:embed="rId7"/>
            <a:stretch/>
          </p:blipFill>
          <p:spPr>
            <a:xfrm flipH="1" rot="10800000">
              <a:off x="-1066680" y="-1395720"/>
              <a:ext cx="4414680" cy="288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1" name="Google Shape;458;p20" descr=""/>
            <p:cNvPicPr/>
            <p:nvPr/>
          </p:nvPicPr>
          <p:blipFill>
            <a:blip r:embed="rId8"/>
            <a:stretch/>
          </p:blipFill>
          <p:spPr>
            <a:xfrm>
              <a:off x="4772520" y="168480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2" name="Google Shape;459;p20"/>
            <p:cNvSpPr/>
            <p:nvPr/>
          </p:nvSpPr>
          <p:spPr>
            <a:xfrm rot="10300200">
              <a:off x="6185160" y="2868120"/>
              <a:ext cx="4383360" cy="3241440"/>
            </a:xfrm>
            <a:custGeom>
              <a:avLst/>
              <a:gdLst>
                <a:gd name="textAreaLeft" fmla="*/ 0 w 4383360"/>
                <a:gd name="textAreaRight" fmla="*/ 4385520 w 43833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3" name="Google Shape;460;p20"/>
            <p:cNvSpPr/>
            <p:nvPr/>
          </p:nvSpPr>
          <p:spPr>
            <a:xfrm rot="10300200">
              <a:off x="6414120" y="3097440"/>
              <a:ext cx="4383360" cy="3241440"/>
            </a:xfrm>
            <a:custGeom>
              <a:avLst/>
              <a:gdLst>
                <a:gd name="textAreaLeft" fmla="*/ 0 w 4383360"/>
                <a:gd name="textAreaRight" fmla="*/ 4385520 w 4383360"/>
                <a:gd name="textAreaTop" fmla="*/ 0 h 3241440"/>
                <a:gd name="textAreaBottom" fmla="*/ 3243600 h 32414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4" name="Google Shape;461;p20"/>
            <p:cNvSpPr/>
            <p:nvPr/>
          </p:nvSpPr>
          <p:spPr>
            <a:xfrm>
              <a:off x="-1289160" y="-1453320"/>
              <a:ext cx="4381560" cy="3240000"/>
            </a:xfrm>
            <a:custGeom>
              <a:avLst/>
              <a:gdLst>
                <a:gd name="textAreaLeft" fmla="*/ 0 w 4381560"/>
                <a:gd name="textAreaRight" fmla="*/ 438372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5" name="Google Shape;462;p20"/>
            <p:cNvSpPr/>
            <p:nvPr/>
          </p:nvSpPr>
          <p:spPr>
            <a:xfrm>
              <a:off x="-1446120" y="-1791000"/>
              <a:ext cx="4381560" cy="3240000"/>
            </a:xfrm>
            <a:custGeom>
              <a:avLst/>
              <a:gdLst>
                <a:gd name="textAreaLeft" fmla="*/ 0 w 4381560"/>
                <a:gd name="textAreaRight" fmla="*/ 438372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6" name="Google Shape;463;p20"/>
            <p:cNvSpPr/>
            <p:nvPr/>
          </p:nvSpPr>
          <p:spPr>
            <a:xfrm>
              <a:off x="-1602720" y="-2128680"/>
              <a:ext cx="4381560" cy="3240000"/>
            </a:xfrm>
            <a:custGeom>
              <a:avLst/>
              <a:gdLst>
                <a:gd name="textAreaLeft" fmla="*/ 0 w 4381560"/>
                <a:gd name="textAreaRight" fmla="*/ 438372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77" name="Google Shape;466;p20"/>
          <p:cNvGrpSpPr/>
          <p:nvPr/>
        </p:nvGrpSpPr>
        <p:grpSpPr>
          <a:xfrm>
            <a:off x="270000" y="158760"/>
            <a:ext cx="8527320" cy="4823640"/>
            <a:chOff x="270000" y="158760"/>
            <a:chExt cx="8527320" cy="4823640"/>
          </a:xfrm>
        </p:grpSpPr>
        <p:sp>
          <p:nvSpPr>
            <p:cNvPr id="478" name="Google Shape;467;p20"/>
            <p:cNvSpPr/>
            <p:nvPr/>
          </p:nvSpPr>
          <p:spPr>
            <a:xfrm>
              <a:off x="8597520" y="121536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9" name="Google Shape;468;p20"/>
            <p:cNvSpPr/>
            <p:nvPr/>
          </p:nvSpPr>
          <p:spPr>
            <a:xfrm>
              <a:off x="8539200" y="18446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0" name="Google Shape;469;p20"/>
            <p:cNvSpPr/>
            <p:nvPr/>
          </p:nvSpPr>
          <p:spPr>
            <a:xfrm>
              <a:off x="270000" y="23328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1" name="Google Shape;470;p20"/>
            <p:cNvSpPr/>
            <p:nvPr/>
          </p:nvSpPr>
          <p:spPr>
            <a:xfrm>
              <a:off x="438840" y="197208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2" name="Google Shape;471;p20"/>
            <p:cNvSpPr/>
            <p:nvPr/>
          </p:nvSpPr>
          <p:spPr>
            <a:xfrm>
              <a:off x="4314960" y="47610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3" name="Google Shape;472;p20"/>
            <p:cNvSpPr/>
            <p:nvPr/>
          </p:nvSpPr>
          <p:spPr>
            <a:xfrm>
              <a:off x="4420800" y="17352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" name="Google Shape;473;p20"/>
            <p:cNvSpPr/>
            <p:nvPr/>
          </p:nvSpPr>
          <p:spPr>
            <a:xfrm>
              <a:off x="3350880" y="1587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5" name="Google Shape;474;p20"/>
            <p:cNvSpPr/>
            <p:nvPr/>
          </p:nvSpPr>
          <p:spPr>
            <a:xfrm>
              <a:off x="8117280" y="17100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6" name="Google Shape;475;p20"/>
            <p:cNvSpPr/>
            <p:nvPr/>
          </p:nvSpPr>
          <p:spPr>
            <a:xfrm>
              <a:off x="8539200" y="2343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7" name="Google Shape;476;p20"/>
            <p:cNvSpPr/>
            <p:nvPr/>
          </p:nvSpPr>
          <p:spPr>
            <a:xfrm>
              <a:off x="4985640" y="3452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8" name="Google Shape;477;p20"/>
            <p:cNvSpPr/>
            <p:nvPr/>
          </p:nvSpPr>
          <p:spPr>
            <a:xfrm>
              <a:off x="1075320" y="437868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9" name="Google Shape;478;p20"/>
            <p:cNvSpPr/>
            <p:nvPr/>
          </p:nvSpPr>
          <p:spPr>
            <a:xfrm>
              <a:off x="438840" y="39495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0" name="Google Shape;479;p20"/>
            <p:cNvSpPr/>
            <p:nvPr/>
          </p:nvSpPr>
          <p:spPr>
            <a:xfrm>
              <a:off x="3414960" y="48945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91" name="Google Shape;480;p20"/>
          <p:cNvSpPr/>
          <p:nvPr/>
        </p:nvSpPr>
        <p:spPr>
          <a:xfrm>
            <a:off x="2496240" y="3529080"/>
            <a:ext cx="41497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pt-BR" sz="1200" spc="-1" strike="noStrike">
                <a:solidFill>
                  <a:schemeClr val="dk1"/>
                </a:solidFill>
                <a:latin typeface="Didact Gothic"/>
                <a:ea typeface="Didact Gothic"/>
              </a:rPr>
              <a:t>CRÉDITOS:</a:t>
            </a:r>
            <a:r>
              <a:rPr b="0" lang="pt-BR" sz="1200" spc="-1" strike="noStrike">
                <a:solidFill>
                  <a:schemeClr val="dk1"/>
                </a:solidFill>
                <a:latin typeface="Didact Gothic"/>
                <a:ea typeface="Didact Gothic"/>
              </a:rPr>
              <a:t> Este modelo foi criado pelo </a:t>
            </a:r>
            <a:r>
              <a:rPr b="1" lang="pt-BR" sz="1200" spc="-1" strike="noStrike" u="sng">
                <a:solidFill>
                  <a:schemeClr val="dk1"/>
                </a:solidFill>
                <a:uFillTx/>
                <a:latin typeface="Didact Gothic"/>
                <a:ea typeface="Didact Gothic"/>
                <a:hlinkClick r:id="rId9"/>
              </a:rPr>
              <a:t>Slidesgo</a:t>
            </a:r>
            <a:r>
              <a:rPr b="0" lang="pt-BR" sz="1200" spc="-1" strike="noStrike">
                <a:solidFill>
                  <a:schemeClr val="dk1"/>
                </a:solidFill>
                <a:latin typeface="Didact Gothic"/>
                <a:ea typeface="Didact Gothic"/>
              </a:rPr>
              <a:t>, e inclui ícones do </a:t>
            </a:r>
            <a:r>
              <a:rPr b="1" lang="pt-BR" sz="1200" spc="-1" strike="noStrike" u="sng">
                <a:solidFill>
                  <a:schemeClr val="dk1"/>
                </a:solidFill>
                <a:uFillTx/>
                <a:latin typeface="Didact Gothic"/>
                <a:ea typeface="Didact Gothic"/>
                <a:hlinkClick r:id="rId10"/>
              </a:rPr>
              <a:t>Flaticon</a:t>
            </a:r>
            <a:r>
              <a:rPr b="0" lang="pt-BR" sz="1200" spc="-1" strike="noStrike">
                <a:solidFill>
                  <a:schemeClr val="dk1"/>
                </a:solidFill>
                <a:latin typeface="Didact Gothic"/>
                <a:ea typeface="Didact Gothic"/>
              </a:rPr>
              <a:t>, e infográficos e imagens da </a:t>
            </a:r>
            <a:r>
              <a:rPr b="1" lang="pt-BR" sz="1200" spc="-1" strike="noStrike" u="sng">
                <a:solidFill>
                  <a:schemeClr val="dk1"/>
                </a:solidFill>
                <a:uFillTx/>
                <a:latin typeface="Didact Gothic"/>
                <a:ea typeface="Didact Gothic"/>
                <a:hlinkClick r:id="rId11"/>
              </a:rPr>
              <a:t>Freepik</a:t>
            </a:r>
            <a:r>
              <a:rPr b="0" lang="pt-BR" sz="1200" spc="-1" strike="noStrike" u="sng">
                <a:solidFill>
                  <a:schemeClr val="dk1"/>
                </a:solidFill>
                <a:uFillTx/>
                <a:latin typeface="Didact Gothic"/>
                <a:ea typeface="Didact Gothic"/>
              </a:rPr>
              <a:t>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1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1;p3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495" name="Google Shape;44;p3"/>
          <p:cNvGrpSpPr/>
          <p:nvPr/>
        </p:nvGrpSpPr>
        <p:grpSpPr>
          <a:xfrm>
            <a:off x="-1723320" y="-1647360"/>
            <a:ext cx="12537360" cy="7071840"/>
            <a:chOff x="-1723320" y="-1647360"/>
            <a:chExt cx="12537360" cy="7071840"/>
          </a:xfrm>
        </p:grpSpPr>
        <p:pic>
          <p:nvPicPr>
            <p:cNvPr id="496" name="Google Shape;45;p3" descr=""/>
            <p:cNvPicPr/>
            <p:nvPr/>
          </p:nvPicPr>
          <p:blipFill>
            <a:blip r:embed="rId3"/>
            <a:stretch/>
          </p:blipFill>
          <p:spPr>
            <a:xfrm rot="16200000">
              <a:off x="4450680" y="-283320"/>
              <a:ext cx="5788440" cy="4572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7" name="Google Shape;46;p3" descr=""/>
            <p:cNvPicPr/>
            <p:nvPr/>
          </p:nvPicPr>
          <p:blipFill>
            <a:blip r:embed="rId4"/>
            <a:stretch/>
          </p:blipFill>
          <p:spPr>
            <a:xfrm rot="16200000">
              <a:off x="5136480" y="-831960"/>
              <a:ext cx="5788440" cy="4572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8" name="Google Shape;47;p3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-1239840" y="-893520"/>
              <a:ext cx="4927320" cy="3223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9" name="Google Shape;48;p3"/>
            <p:cNvSpPr/>
            <p:nvPr/>
          </p:nvSpPr>
          <p:spPr>
            <a:xfrm rot="4860600">
              <a:off x="6698880" y="-651240"/>
              <a:ext cx="4016880" cy="2970360"/>
            </a:xfrm>
            <a:custGeom>
              <a:avLst/>
              <a:gdLst>
                <a:gd name="textAreaLeft" fmla="*/ 0 w 4016880"/>
                <a:gd name="textAreaRight" fmla="*/ 4019040 w 4016880"/>
                <a:gd name="textAreaTop" fmla="*/ 0 h 2970360"/>
                <a:gd name="textAreaBottom" fmla="*/ 2972520 h 29703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0" name="Google Shape;49;p3"/>
            <p:cNvSpPr/>
            <p:nvPr/>
          </p:nvSpPr>
          <p:spPr>
            <a:xfrm rot="4860600">
              <a:off x="7024320" y="-916560"/>
              <a:ext cx="4016880" cy="2970360"/>
            </a:xfrm>
            <a:custGeom>
              <a:avLst/>
              <a:gdLst>
                <a:gd name="textAreaLeft" fmla="*/ 0 w 4016880"/>
                <a:gd name="textAreaRight" fmla="*/ 4019040 w 4016880"/>
                <a:gd name="textAreaTop" fmla="*/ 0 h 2970360"/>
                <a:gd name="textAreaBottom" fmla="*/ 2972520 h 29703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1" name="Google Shape;50;p3"/>
            <p:cNvSpPr/>
            <p:nvPr/>
          </p:nvSpPr>
          <p:spPr>
            <a:xfrm>
              <a:off x="-1338840" y="-815760"/>
              <a:ext cx="4462560" cy="3300120"/>
            </a:xfrm>
            <a:custGeom>
              <a:avLst/>
              <a:gdLst>
                <a:gd name="textAreaLeft" fmla="*/ 0 w 4462560"/>
                <a:gd name="textAreaRight" fmla="*/ 4464720 w 4462560"/>
                <a:gd name="textAreaTop" fmla="*/ 0 h 3300120"/>
                <a:gd name="textAreaBottom" fmla="*/ 3302280 h 330012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2" name="Google Shape;51;p3"/>
            <p:cNvSpPr/>
            <p:nvPr/>
          </p:nvSpPr>
          <p:spPr>
            <a:xfrm>
              <a:off x="-1433160" y="-1137960"/>
              <a:ext cx="4107960" cy="3037680"/>
            </a:xfrm>
            <a:custGeom>
              <a:avLst/>
              <a:gdLst>
                <a:gd name="textAreaLeft" fmla="*/ 0 w 4107960"/>
                <a:gd name="textAreaRight" fmla="*/ 4110120 w 4107960"/>
                <a:gd name="textAreaTop" fmla="*/ 0 h 3037680"/>
                <a:gd name="textAreaBottom" fmla="*/ 3039840 h 30376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3" name="Google Shape;52;p3"/>
            <p:cNvSpPr/>
            <p:nvPr/>
          </p:nvSpPr>
          <p:spPr>
            <a:xfrm>
              <a:off x="-1723320" y="-1618560"/>
              <a:ext cx="4107960" cy="3037680"/>
            </a:xfrm>
            <a:custGeom>
              <a:avLst/>
              <a:gdLst>
                <a:gd name="textAreaLeft" fmla="*/ 0 w 4107960"/>
                <a:gd name="textAreaRight" fmla="*/ 4110120 w 4107960"/>
                <a:gd name="textAreaTop" fmla="*/ 0 h 3037680"/>
                <a:gd name="textAreaBottom" fmla="*/ 3039840 h 30376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504" name="Google Shape;53;p3" descr=""/>
            <p:cNvPicPr/>
            <p:nvPr/>
          </p:nvPicPr>
          <p:blipFill>
            <a:blip r:embed="rId6">
              <a:alphaModFix amt="35000"/>
            </a:blip>
            <a:srcRect l="0" t="21516" r="35706" b="15218"/>
            <a:stretch/>
          </p:blipFill>
          <p:spPr>
            <a:xfrm rot="10800000">
              <a:off x="-756720" y="-272160"/>
              <a:ext cx="8420040" cy="5696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05" name="Google Shape;54;p3"/>
          <p:cNvGrpSpPr/>
          <p:nvPr/>
        </p:nvGrpSpPr>
        <p:grpSpPr>
          <a:xfrm>
            <a:off x="355680" y="968400"/>
            <a:ext cx="7811280" cy="3962160"/>
            <a:chOff x="355680" y="968400"/>
            <a:chExt cx="7811280" cy="3962160"/>
          </a:xfrm>
        </p:grpSpPr>
        <p:sp>
          <p:nvSpPr>
            <p:cNvPr id="506" name="Google Shape;55;p3"/>
            <p:cNvSpPr/>
            <p:nvPr/>
          </p:nvSpPr>
          <p:spPr>
            <a:xfrm>
              <a:off x="6304680" y="13086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7" name="Google Shape;56;p3"/>
            <p:cNvSpPr/>
            <p:nvPr/>
          </p:nvSpPr>
          <p:spPr>
            <a:xfrm>
              <a:off x="668160" y="30650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8" name="Google Shape;57;p3"/>
            <p:cNvSpPr/>
            <p:nvPr/>
          </p:nvSpPr>
          <p:spPr>
            <a:xfrm>
              <a:off x="7169760" y="455760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9" name="Google Shape;58;p3"/>
            <p:cNvSpPr/>
            <p:nvPr/>
          </p:nvSpPr>
          <p:spPr>
            <a:xfrm>
              <a:off x="8079120" y="20523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0" name="Google Shape;59;p3"/>
            <p:cNvSpPr/>
            <p:nvPr/>
          </p:nvSpPr>
          <p:spPr>
            <a:xfrm>
              <a:off x="835200" y="4604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1" name="Google Shape;60;p3"/>
            <p:cNvSpPr/>
            <p:nvPr/>
          </p:nvSpPr>
          <p:spPr>
            <a:xfrm>
              <a:off x="6112080" y="968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2" name="Google Shape;61;p3"/>
            <p:cNvSpPr/>
            <p:nvPr/>
          </p:nvSpPr>
          <p:spPr>
            <a:xfrm>
              <a:off x="7169760" y="26377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3" name="Google Shape;62;p3"/>
            <p:cNvSpPr/>
            <p:nvPr/>
          </p:nvSpPr>
          <p:spPr>
            <a:xfrm>
              <a:off x="355680" y="41612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4" name="Google Shape;63;p3"/>
            <p:cNvSpPr/>
            <p:nvPr/>
          </p:nvSpPr>
          <p:spPr>
            <a:xfrm>
              <a:off x="1297800" y="48427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5" name="Google Shape;64;p3"/>
            <p:cNvSpPr/>
            <p:nvPr/>
          </p:nvSpPr>
          <p:spPr>
            <a:xfrm>
              <a:off x="1114920" y="130860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6" name="Google Shape;65;p3"/>
            <p:cNvSpPr/>
            <p:nvPr/>
          </p:nvSpPr>
          <p:spPr>
            <a:xfrm>
              <a:off x="355680" y="28947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7" name="Google Shape;66;p3"/>
            <p:cNvSpPr/>
            <p:nvPr/>
          </p:nvSpPr>
          <p:spPr>
            <a:xfrm>
              <a:off x="7541280" y="446760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8" name="Google Shape;67;p3"/>
            <p:cNvSpPr/>
            <p:nvPr/>
          </p:nvSpPr>
          <p:spPr>
            <a:xfrm>
              <a:off x="7989120" y="42224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7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482;p21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522" name="Google Shape;483;p21"/>
          <p:cNvGrpSpPr/>
          <p:nvPr/>
        </p:nvGrpSpPr>
        <p:grpSpPr>
          <a:xfrm>
            <a:off x="-979200" y="-1314720"/>
            <a:ext cx="3759840" cy="4602960"/>
            <a:chOff x="-979200" y="-1314720"/>
            <a:chExt cx="3759840" cy="4602960"/>
          </a:xfrm>
        </p:grpSpPr>
        <p:pic>
          <p:nvPicPr>
            <p:cNvPr id="523" name="Google Shape;484;p21" descr=""/>
            <p:cNvPicPr/>
            <p:nvPr/>
          </p:nvPicPr>
          <p:blipFill>
            <a:blip r:embed="rId3"/>
            <a:stretch/>
          </p:blipFill>
          <p:spPr>
            <a:xfrm flipH="1" rot="5400000">
              <a:off x="-910800" y="-403200"/>
              <a:ext cx="4124880" cy="32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4" name="Google Shape;485;p21" descr=""/>
            <p:cNvPicPr/>
            <p:nvPr/>
          </p:nvPicPr>
          <p:blipFill>
            <a:blip r:embed="rId4"/>
            <a:stretch/>
          </p:blipFill>
          <p:spPr>
            <a:xfrm flipH="1" rot="5400000">
              <a:off x="-1092960" y="-627120"/>
              <a:ext cx="4124880" cy="3258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25" name="Google Shape;486;p21"/>
            <p:cNvSpPr/>
            <p:nvPr/>
          </p:nvSpPr>
          <p:spPr>
            <a:xfrm flipH="1" rot="16486200">
              <a:off x="-1060560" y="-497880"/>
              <a:ext cx="3543480" cy="2620080"/>
            </a:xfrm>
            <a:custGeom>
              <a:avLst/>
              <a:gdLst>
                <a:gd name="textAreaLeft" fmla="*/ 1080 w 3543480"/>
                <a:gd name="textAreaRight" fmla="*/ 3546720 w 3543480"/>
                <a:gd name="textAreaTop" fmla="*/ 0 h 2620080"/>
                <a:gd name="textAreaBottom" fmla="*/ 2622240 h 26200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6" name="Google Shape;487;p21"/>
            <p:cNvSpPr/>
            <p:nvPr/>
          </p:nvSpPr>
          <p:spPr>
            <a:xfrm flipH="1" rot="16486200">
              <a:off x="-1298520" y="-749880"/>
              <a:ext cx="3543480" cy="2620080"/>
            </a:xfrm>
            <a:custGeom>
              <a:avLst/>
              <a:gdLst>
                <a:gd name="textAreaLeft" fmla="*/ 1080 w 3543480"/>
                <a:gd name="textAreaRight" fmla="*/ 3546720 w 3543480"/>
                <a:gd name="textAreaTop" fmla="*/ 0 h 2620080"/>
                <a:gd name="textAreaBottom" fmla="*/ 2622240 h 26200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27" name="Google Shape;488;p21"/>
          <p:cNvGrpSpPr/>
          <p:nvPr/>
        </p:nvGrpSpPr>
        <p:grpSpPr>
          <a:xfrm>
            <a:off x="250920" y="176040"/>
            <a:ext cx="8729640" cy="4707000"/>
            <a:chOff x="250920" y="176040"/>
            <a:chExt cx="8729640" cy="4707000"/>
          </a:xfrm>
        </p:grpSpPr>
        <p:sp>
          <p:nvSpPr>
            <p:cNvPr id="528" name="Google Shape;489;p21"/>
            <p:cNvSpPr/>
            <p:nvPr/>
          </p:nvSpPr>
          <p:spPr>
            <a:xfrm>
              <a:off x="7430040" y="17604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9" name="Google Shape;490;p21"/>
            <p:cNvSpPr/>
            <p:nvPr/>
          </p:nvSpPr>
          <p:spPr>
            <a:xfrm>
              <a:off x="8722800" y="38937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0" name="Google Shape;491;p21"/>
            <p:cNvSpPr/>
            <p:nvPr/>
          </p:nvSpPr>
          <p:spPr>
            <a:xfrm>
              <a:off x="250920" y="47469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1" name="Google Shape;492;p21"/>
            <p:cNvSpPr/>
            <p:nvPr/>
          </p:nvSpPr>
          <p:spPr>
            <a:xfrm>
              <a:off x="341280" y="44449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2" name="Google Shape;493;p21"/>
            <p:cNvSpPr/>
            <p:nvPr/>
          </p:nvSpPr>
          <p:spPr>
            <a:xfrm>
              <a:off x="6565320" y="47631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3" name="Google Shape;494;p21"/>
            <p:cNvSpPr/>
            <p:nvPr/>
          </p:nvSpPr>
          <p:spPr>
            <a:xfrm>
              <a:off x="2725560" y="32832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4" name="Google Shape;495;p21"/>
            <p:cNvSpPr/>
            <p:nvPr/>
          </p:nvSpPr>
          <p:spPr>
            <a:xfrm>
              <a:off x="2543760" y="2379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5" name="Google Shape;496;p21"/>
            <p:cNvSpPr/>
            <p:nvPr/>
          </p:nvSpPr>
          <p:spPr>
            <a:xfrm>
              <a:off x="7815600" y="32004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6" name="Google Shape;497;p21"/>
            <p:cNvSpPr/>
            <p:nvPr/>
          </p:nvSpPr>
          <p:spPr>
            <a:xfrm>
              <a:off x="8722440" y="16736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7" name="Google Shape;498;p21"/>
            <p:cNvSpPr/>
            <p:nvPr/>
          </p:nvSpPr>
          <p:spPr>
            <a:xfrm>
              <a:off x="8705160" y="13856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8" name="Google Shape;499;p21"/>
            <p:cNvSpPr/>
            <p:nvPr/>
          </p:nvSpPr>
          <p:spPr>
            <a:xfrm>
              <a:off x="857844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9" name="Google Shape;500;p21"/>
            <p:cNvSpPr/>
            <p:nvPr/>
          </p:nvSpPr>
          <p:spPr>
            <a:xfrm>
              <a:off x="7815600" y="46994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0" name="Google Shape;501;p21"/>
            <p:cNvSpPr/>
            <p:nvPr/>
          </p:nvSpPr>
          <p:spPr>
            <a:xfrm>
              <a:off x="250920" y="40420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5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03;p22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544" name="Google Shape;504;p22"/>
          <p:cNvGrpSpPr/>
          <p:nvPr/>
        </p:nvGrpSpPr>
        <p:grpSpPr>
          <a:xfrm>
            <a:off x="-1260000" y="-1391760"/>
            <a:ext cx="11963520" cy="7869960"/>
            <a:chOff x="-1260000" y="-1391760"/>
            <a:chExt cx="11963520" cy="7869960"/>
          </a:xfrm>
        </p:grpSpPr>
        <p:pic>
          <p:nvPicPr>
            <p:cNvPr id="545" name="Google Shape;505;p22" descr=""/>
            <p:cNvPicPr/>
            <p:nvPr/>
          </p:nvPicPr>
          <p:blipFill>
            <a:blip r:embed="rId3"/>
            <a:stretch/>
          </p:blipFill>
          <p:spPr>
            <a:xfrm rot="10800000">
              <a:off x="5783040" y="-93132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46" name="Google Shape;506;p22" descr=""/>
            <p:cNvPicPr/>
            <p:nvPr/>
          </p:nvPicPr>
          <p:blipFill>
            <a:blip r:embed="rId4"/>
            <a:stretch/>
          </p:blipFill>
          <p:spPr>
            <a:xfrm rot="10800000">
              <a:off x="5974920" y="-1263240"/>
              <a:ext cx="4665960" cy="3052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7" name="Google Shape;507;p22"/>
            <p:cNvSpPr/>
            <p:nvPr/>
          </p:nvSpPr>
          <p:spPr>
            <a:xfrm flipH="1" rot="222600">
              <a:off x="6727320" y="-1268640"/>
              <a:ext cx="3886920" cy="2874960"/>
            </a:xfrm>
            <a:custGeom>
              <a:avLst/>
              <a:gdLst>
                <a:gd name="textAreaLeft" fmla="*/ 1080 w 3886920"/>
                <a:gd name="textAreaRight" fmla="*/ 3890160 w 3886920"/>
                <a:gd name="textAreaTop" fmla="*/ 0 h 2874960"/>
                <a:gd name="textAreaBottom" fmla="*/ 2877120 h 28749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548" name="Google Shape;508;p22" descr=""/>
            <p:cNvPicPr/>
            <p:nvPr/>
          </p:nvPicPr>
          <p:blipFill>
            <a:blip r:embed="rId5"/>
            <a:stretch/>
          </p:blipFill>
          <p:spPr>
            <a:xfrm flipH="1" rot="5400000">
              <a:off x="-2107800" y="2055960"/>
              <a:ext cx="5346360" cy="349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49" name="Google Shape;509;p22" descr=""/>
            <p:cNvPicPr/>
            <p:nvPr/>
          </p:nvPicPr>
          <p:blipFill>
            <a:blip r:embed="rId6"/>
            <a:stretch/>
          </p:blipFill>
          <p:spPr>
            <a:xfrm flipH="1" rot="5400000">
              <a:off x="-1963800" y="2601360"/>
              <a:ext cx="4414680" cy="288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50" name="Google Shape;510;p22"/>
            <p:cNvSpPr/>
            <p:nvPr/>
          </p:nvSpPr>
          <p:spPr>
            <a:xfrm rot="16200000">
              <a:off x="-1830600" y="2664720"/>
              <a:ext cx="4381560" cy="3240000"/>
            </a:xfrm>
            <a:custGeom>
              <a:avLst/>
              <a:gdLst>
                <a:gd name="textAreaLeft" fmla="*/ 0 w 4381560"/>
                <a:gd name="textAreaRight" fmla="*/ 4383720 w 4381560"/>
                <a:gd name="textAreaTop" fmla="*/ 0 h 3240000"/>
                <a:gd name="textAreaBottom" fmla="*/ 3242160 h 324000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51" name="Google Shape;511;p22"/>
          <p:cNvGrpSpPr/>
          <p:nvPr/>
        </p:nvGrpSpPr>
        <p:grpSpPr>
          <a:xfrm>
            <a:off x="203400" y="142200"/>
            <a:ext cx="8777520" cy="4692600"/>
            <a:chOff x="203400" y="142200"/>
            <a:chExt cx="8777520" cy="4692600"/>
          </a:xfrm>
        </p:grpSpPr>
        <p:sp>
          <p:nvSpPr>
            <p:cNvPr id="552" name="Google Shape;512;p22"/>
            <p:cNvSpPr/>
            <p:nvPr/>
          </p:nvSpPr>
          <p:spPr>
            <a:xfrm>
              <a:off x="8780760" y="42120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3" name="Google Shape;513;p22"/>
            <p:cNvSpPr/>
            <p:nvPr/>
          </p:nvSpPr>
          <p:spPr>
            <a:xfrm>
              <a:off x="8924760" y="22388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4" name="Google Shape;514;p22"/>
            <p:cNvSpPr/>
            <p:nvPr/>
          </p:nvSpPr>
          <p:spPr>
            <a:xfrm>
              <a:off x="2314080" y="474696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5" name="Google Shape;515;p22"/>
            <p:cNvSpPr/>
            <p:nvPr/>
          </p:nvSpPr>
          <p:spPr>
            <a:xfrm>
              <a:off x="341280" y="3474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6" name="Google Shape;516;p22"/>
            <p:cNvSpPr/>
            <p:nvPr/>
          </p:nvSpPr>
          <p:spPr>
            <a:xfrm>
              <a:off x="8715600" y="38487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" name="Google Shape;517;p22"/>
            <p:cNvSpPr/>
            <p:nvPr/>
          </p:nvSpPr>
          <p:spPr>
            <a:xfrm>
              <a:off x="5310720" y="22860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8" name="Google Shape;518;p22"/>
            <p:cNvSpPr/>
            <p:nvPr/>
          </p:nvSpPr>
          <p:spPr>
            <a:xfrm>
              <a:off x="8543520" y="293904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9" name="Google Shape;519;p22"/>
            <p:cNvSpPr/>
            <p:nvPr/>
          </p:nvSpPr>
          <p:spPr>
            <a:xfrm>
              <a:off x="1091880" y="14220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0" name="Google Shape;520;p22"/>
            <p:cNvSpPr/>
            <p:nvPr/>
          </p:nvSpPr>
          <p:spPr>
            <a:xfrm>
              <a:off x="4966560" y="347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1" name="Google Shape;521;p22"/>
            <p:cNvSpPr/>
            <p:nvPr/>
          </p:nvSpPr>
          <p:spPr>
            <a:xfrm>
              <a:off x="850032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2" name="Google Shape;522;p22"/>
            <p:cNvSpPr/>
            <p:nvPr/>
          </p:nvSpPr>
          <p:spPr>
            <a:xfrm>
              <a:off x="203400" y="8841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3" name="Google Shape;523;p22"/>
            <p:cNvSpPr/>
            <p:nvPr/>
          </p:nvSpPr>
          <p:spPr>
            <a:xfrm>
              <a:off x="519480" y="11394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69;p4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567" name="Google Shape;70;p4"/>
          <p:cNvGrpSpPr/>
          <p:nvPr/>
        </p:nvGrpSpPr>
        <p:grpSpPr>
          <a:xfrm>
            <a:off x="-1542240" y="1825920"/>
            <a:ext cx="13721760" cy="5163120"/>
            <a:chOff x="-1542240" y="1825920"/>
            <a:chExt cx="13721760" cy="5163120"/>
          </a:xfrm>
        </p:grpSpPr>
        <p:pic>
          <p:nvPicPr>
            <p:cNvPr id="568" name="Google Shape;71;p4" descr=""/>
            <p:cNvPicPr/>
            <p:nvPr/>
          </p:nvPicPr>
          <p:blipFill>
            <a:blip r:embed="rId3"/>
            <a:stretch/>
          </p:blipFill>
          <p:spPr>
            <a:xfrm rot="5400000">
              <a:off x="-1656000" y="2413440"/>
              <a:ext cx="4790520" cy="3784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69" name="Google Shape;72;p4" descr=""/>
            <p:cNvPicPr/>
            <p:nvPr/>
          </p:nvPicPr>
          <p:blipFill>
            <a:blip r:embed="rId4"/>
            <a:stretch/>
          </p:blipFill>
          <p:spPr>
            <a:xfrm rot="17390400">
              <a:off x="7463160" y="3675600"/>
              <a:ext cx="2536920" cy="1659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70" name="Google Shape;73;p4" descr=""/>
            <p:cNvPicPr/>
            <p:nvPr/>
          </p:nvPicPr>
          <p:blipFill>
            <a:blip r:embed="rId5"/>
            <a:stretch/>
          </p:blipFill>
          <p:spPr>
            <a:xfrm rot="17390400">
              <a:off x="7779960" y="3675600"/>
              <a:ext cx="2536920" cy="1659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71" name="Google Shape;74;p4" descr=""/>
            <p:cNvPicPr/>
            <p:nvPr/>
          </p:nvPicPr>
          <p:blipFill>
            <a:blip r:embed="rId6"/>
            <a:stretch/>
          </p:blipFill>
          <p:spPr>
            <a:xfrm rot="5400000">
              <a:off x="-2045160" y="2701440"/>
              <a:ext cx="4790520" cy="378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72" name="Google Shape;75;p4"/>
            <p:cNvSpPr/>
            <p:nvPr/>
          </p:nvSpPr>
          <p:spPr>
            <a:xfrm rot="16004400">
              <a:off x="-1743840" y="3315960"/>
              <a:ext cx="3633120" cy="2686680"/>
            </a:xfrm>
            <a:custGeom>
              <a:avLst/>
              <a:gdLst>
                <a:gd name="textAreaLeft" fmla="*/ 0 w 3633120"/>
                <a:gd name="textAreaRight" fmla="*/ 3635280 w 3633120"/>
                <a:gd name="textAreaTop" fmla="*/ 0 h 2686680"/>
                <a:gd name="textAreaBottom" fmla="*/ 2688840 h 26866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3" name="Google Shape;76;p4"/>
            <p:cNvSpPr/>
            <p:nvPr/>
          </p:nvSpPr>
          <p:spPr>
            <a:xfrm flipH="1" rot="6634200">
              <a:off x="8317080" y="2656440"/>
              <a:ext cx="3637800" cy="2689560"/>
            </a:xfrm>
            <a:custGeom>
              <a:avLst/>
              <a:gdLst>
                <a:gd name="textAreaLeft" fmla="*/ 1080 w 3637800"/>
                <a:gd name="textAreaRight" fmla="*/ 3641040 w 3637800"/>
                <a:gd name="textAreaTop" fmla="*/ 0 h 2689560"/>
                <a:gd name="textAreaBottom" fmla="*/ 2691000 h 26895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4" name="Google Shape;77;p4"/>
            <p:cNvSpPr/>
            <p:nvPr/>
          </p:nvSpPr>
          <p:spPr>
            <a:xfrm flipH="1" rot="6634200">
              <a:off x="8461800" y="2849400"/>
              <a:ext cx="3637800" cy="2689560"/>
            </a:xfrm>
            <a:custGeom>
              <a:avLst/>
              <a:gdLst>
                <a:gd name="textAreaLeft" fmla="*/ 1080 w 3637800"/>
                <a:gd name="textAreaRight" fmla="*/ 3641040 w 3637800"/>
                <a:gd name="textAreaTop" fmla="*/ 0 h 2689560"/>
                <a:gd name="textAreaBottom" fmla="*/ 2691000 h 26895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75" name="Google Shape;80;p4"/>
          <p:cNvGrpSpPr/>
          <p:nvPr/>
        </p:nvGrpSpPr>
        <p:grpSpPr>
          <a:xfrm>
            <a:off x="79920" y="232920"/>
            <a:ext cx="8876160" cy="4773960"/>
            <a:chOff x="79920" y="232920"/>
            <a:chExt cx="8876160" cy="4773960"/>
          </a:xfrm>
        </p:grpSpPr>
        <p:sp>
          <p:nvSpPr>
            <p:cNvPr id="576" name="Google Shape;81;p4"/>
            <p:cNvSpPr/>
            <p:nvPr/>
          </p:nvSpPr>
          <p:spPr>
            <a:xfrm>
              <a:off x="8123760" y="3614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7" name="Google Shape;82;p4"/>
            <p:cNvSpPr/>
            <p:nvPr/>
          </p:nvSpPr>
          <p:spPr>
            <a:xfrm>
              <a:off x="310680" y="23868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8" name="Google Shape;83;p4"/>
            <p:cNvSpPr/>
            <p:nvPr/>
          </p:nvSpPr>
          <p:spPr>
            <a:xfrm>
              <a:off x="8691840" y="31172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9" name="Google Shape;84;p4"/>
            <p:cNvSpPr/>
            <p:nvPr/>
          </p:nvSpPr>
          <p:spPr>
            <a:xfrm>
              <a:off x="3568320" y="4860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0" name="Google Shape;85;p4"/>
            <p:cNvSpPr/>
            <p:nvPr/>
          </p:nvSpPr>
          <p:spPr>
            <a:xfrm>
              <a:off x="1602720" y="2624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1" name="Google Shape;86;p4"/>
            <p:cNvSpPr/>
            <p:nvPr/>
          </p:nvSpPr>
          <p:spPr>
            <a:xfrm>
              <a:off x="7250760" y="232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2" name="Google Shape;87;p4"/>
            <p:cNvSpPr/>
            <p:nvPr/>
          </p:nvSpPr>
          <p:spPr>
            <a:xfrm>
              <a:off x="1628280" y="484668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3" name="Google Shape;88;p4"/>
            <p:cNvSpPr/>
            <p:nvPr/>
          </p:nvSpPr>
          <p:spPr>
            <a:xfrm>
              <a:off x="8611200" y="53964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4" name="Google Shape;89;p4"/>
            <p:cNvSpPr/>
            <p:nvPr/>
          </p:nvSpPr>
          <p:spPr>
            <a:xfrm>
              <a:off x="79920" y="2073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5" name="Google Shape;90;p4"/>
            <p:cNvSpPr/>
            <p:nvPr/>
          </p:nvSpPr>
          <p:spPr>
            <a:xfrm>
              <a:off x="2914920" y="49190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7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69;p4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589" name="Google Shape;70;p4"/>
          <p:cNvGrpSpPr/>
          <p:nvPr/>
        </p:nvGrpSpPr>
        <p:grpSpPr>
          <a:xfrm>
            <a:off x="-1542240" y="1825920"/>
            <a:ext cx="13721760" cy="5163120"/>
            <a:chOff x="-1542240" y="1825920"/>
            <a:chExt cx="13721760" cy="5163120"/>
          </a:xfrm>
        </p:grpSpPr>
        <p:pic>
          <p:nvPicPr>
            <p:cNvPr id="590" name="Google Shape;71;p4" descr=""/>
            <p:cNvPicPr/>
            <p:nvPr/>
          </p:nvPicPr>
          <p:blipFill>
            <a:blip r:embed="rId3"/>
            <a:stretch/>
          </p:blipFill>
          <p:spPr>
            <a:xfrm rot="5400000">
              <a:off x="-1656000" y="2413440"/>
              <a:ext cx="4790520" cy="3784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91" name="Google Shape;72;p4" descr=""/>
            <p:cNvPicPr/>
            <p:nvPr/>
          </p:nvPicPr>
          <p:blipFill>
            <a:blip r:embed="rId4"/>
            <a:stretch/>
          </p:blipFill>
          <p:spPr>
            <a:xfrm rot="17390400">
              <a:off x="7463160" y="3675600"/>
              <a:ext cx="2536920" cy="1659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92" name="Google Shape;73;p4" descr=""/>
            <p:cNvPicPr/>
            <p:nvPr/>
          </p:nvPicPr>
          <p:blipFill>
            <a:blip r:embed="rId5"/>
            <a:stretch/>
          </p:blipFill>
          <p:spPr>
            <a:xfrm rot="17390400">
              <a:off x="7779960" y="3675600"/>
              <a:ext cx="2536920" cy="1659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93" name="Google Shape;74;p4" descr=""/>
            <p:cNvPicPr/>
            <p:nvPr/>
          </p:nvPicPr>
          <p:blipFill>
            <a:blip r:embed="rId6"/>
            <a:stretch/>
          </p:blipFill>
          <p:spPr>
            <a:xfrm rot="5400000">
              <a:off x="-2045160" y="2701440"/>
              <a:ext cx="4790520" cy="378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4" name="Google Shape;75;p4"/>
            <p:cNvSpPr/>
            <p:nvPr/>
          </p:nvSpPr>
          <p:spPr>
            <a:xfrm rot="16004400">
              <a:off x="-1743840" y="3315960"/>
              <a:ext cx="3633120" cy="2686680"/>
            </a:xfrm>
            <a:custGeom>
              <a:avLst/>
              <a:gdLst>
                <a:gd name="textAreaLeft" fmla="*/ 0 w 3633120"/>
                <a:gd name="textAreaRight" fmla="*/ 3635280 w 3633120"/>
                <a:gd name="textAreaTop" fmla="*/ 0 h 2686680"/>
                <a:gd name="textAreaBottom" fmla="*/ 2688840 h 268668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5" name="Google Shape;76;p4"/>
            <p:cNvSpPr/>
            <p:nvPr/>
          </p:nvSpPr>
          <p:spPr>
            <a:xfrm flipH="1" rot="6634200">
              <a:off x="8317080" y="2656440"/>
              <a:ext cx="3637800" cy="2689560"/>
            </a:xfrm>
            <a:custGeom>
              <a:avLst/>
              <a:gdLst>
                <a:gd name="textAreaLeft" fmla="*/ 1080 w 3637800"/>
                <a:gd name="textAreaRight" fmla="*/ 3641040 w 3637800"/>
                <a:gd name="textAreaTop" fmla="*/ 0 h 2689560"/>
                <a:gd name="textAreaBottom" fmla="*/ 2691000 h 26895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6" name="Google Shape;77;p4"/>
            <p:cNvSpPr/>
            <p:nvPr/>
          </p:nvSpPr>
          <p:spPr>
            <a:xfrm flipH="1" rot="6634200">
              <a:off x="8461800" y="2849400"/>
              <a:ext cx="3637800" cy="2689560"/>
            </a:xfrm>
            <a:custGeom>
              <a:avLst/>
              <a:gdLst>
                <a:gd name="textAreaLeft" fmla="*/ 1080 w 3637800"/>
                <a:gd name="textAreaRight" fmla="*/ 3641040 w 3637800"/>
                <a:gd name="textAreaTop" fmla="*/ 0 h 2689560"/>
                <a:gd name="textAreaBottom" fmla="*/ 2691000 h 268956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97" name="Google Shape;80;p4"/>
          <p:cNvGrpSpPr/>
          <p:nvPr/>
        </p:nvGrpSpPr>
        <p:grpSpPr>
          <a:xfrm>
            <a:off x="79920" y="232920"/>
            <a:ext cx="8876160" cy="4773960"/>
            <a:chOff x="79920" y="232920"/>
            <a:chExt cx="8876160" cy="4773960"/>
          </a:xfrm>
        </p:grpSpPr>
        <p:sp>
          <p:nvSpPr>
            <p:cNvPr id="598" name="Google Shape;81;p4"/>
            <p:cNvSpPr/>
            <p:nvPr/>
          </p:nvSpPr>
          <p:spPr>
            <a:xfrm>
              <a:off x="8123760" y="36144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9" name="Google Shape;82;p4"/>
            <p:cNvSpPr/>
            <p:nvPr/>
          </p:nvSpPr>
          <p:spPr>
            <a:xfrm>
              <a:off x="310680" y="23868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0" name="Google Shape;83;p4"/>
            <p:cNvSpPr/>
            <p:nvPr/>
          </p:nvSpPr>
          <p:spPr>
            <a:xfrm>
              <a:off x="8691840" y="311724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1" name="Google Shape;84;p4"/>
            <p:cNvSpPr/>
            <p:nvPr/>
          </p:nvSpPr>
          <p:spPr>
            <a:xfrm>
              <a:off x="3568320" y="4860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2" name="Google Shape;85;p4"/>
            <p:cNvSpPr/>
            <p:nvPr/>
          </p:nvSpPr>
          <p:spPr>
            <a:xfrm>
              <a:off x="1602720" y="2624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3" name="Google Shape;86;p4"/>
            <p:cNvSpPr/>
            <p:nvPr/>
          </p:nvSpPr>
          <p:spPr>
            <a:xfrm>
              <a:off x="7250760" y="2329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4" name="Google Shape;87;p4"/>
            <p:cNvSpPr/>
            <p:nvPr/>
          </p:nvSpPr>
          <p:spPr>
            <a:xfrm>
              <a:off x="1628280" y="484668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5" name="Google Shape;88;p4"/>
            <p:cNvSpPr/>
            <p:nvPr/>
          </p:nvSpPr>
          <p:spPr>
            <a:xfrm>
              <a:off x="8611200" y="53964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6" name="Google Shape;89;p4"/>
            <p:cNvSpPr/>
            <p:nvPr/>
          </p:nvSpPr>
          <p:spPr>
            <a:xfrm>
              <a:off x="79920" y="2073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7" name="Google Shape;90;p4"/>
            <p:cNvSpPr/>
            <p:nvPr/>
          </p:nvSpPr>
          <p:spPr>
            <a:xfrm>
              <a:off x="2914920" y="49190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7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92;p5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613" name="Google Shape;93;p5"/>
          <p:cNvGrpSpPr/>
          <p:nvPr/>
        </p:nvGrpSpPr>
        <p:grpSpPr>
          <a:xfrm>
            <a:off x="-1711440" y="-879120"/>
            <a:ext cx="11937960" cy="7396920"/>
            <a:chOff x="-1711440" y="-879120"/>
            <a:chExt cx="11937960" cy="7396920"/>
          </a:xfrm>
        </p:grpSpPr>
        <p:pic>
          <p:nvPicPr>
            <p:cNvPr id="614" name="Google Shape;94;p5" descr=""/>
            <p:cNvPicPr/>
            <p:nvPr/>
          </p:nvPicPr>
          <p:blipFill>
            <a:blip r:embed="rId3"/>
            <a:stretch/>
          </p:blipFill>
          <p:spPr>
            <a:xfrm>
              <a:off x="-912600" y="3582720"/>
              <a:ext cx="3807720" cy="2109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15" name="Google Shape;95;p5" descr=""/>
            <p:cNvPicPr/>
            <p:nvPr/>
          </p:nvPicPr>
          <p:blipFill>
            <a:blip r:embed="rId4"/>
            <a:stretch/>
          </p:blipFill>
          <p:spPr>
            <a:xfrm>
              <a:off x="-1231920" y="3967200"/>
              <a:ext cx="3807720" cy="2109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16" name="Google Shape;96;p5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6218280" y="-531720"/>
              <a:ext cx="3593880" cy="2838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17" name="Google Shape;97;p5" descr=""/>
            <p:cNvPicPr/>
            <p:nvPr/>
          </p:nvPicPr>
          <p:blipFill>
            <a:blip r:embed="rId6"/>
            <a:stretch/>
          </p:blipFill>
          <p:spPr>
            <a:xfrm flipH="1" rot="10800000">
              <a:off x="6632640" y="-879120"/>
              <a:ext cx="3593880" cy="2838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18" name="Google Shape;98;p5"/>
            <p:cNvSpPr/>
            <p:nvPr/>
          </p:nvSpPr>
          <p:spPr>
            <a:xfrm flipH="1" rot="10558200">
              <a:off x="-1422360" y="3621960"/>
              <a:ext cx="3466080" cy="2562840"/>
            </a:xfrm>
            <a:custGeom>
              <a:avLst/>
              <a:gdLst>
                <a:gd name="textAreaLeft" fmla="*/ -1080 w 3466080"/>
                <a:gd name="textAreaRight" fmla="*/ 3467160 w 3466080"/>
                <a:gd name="textAreaTop" fmla="*/ 0 h 2562840"/>
                <a:gd name="textAreaBottom" fmla="*/ 2565000 h 25628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9" name="Google Shape;99;p5"/>
            <p:cNvSpPr/>
            <p:nvPr/>
          </p:nvSpPr>
          <p:spPr>
            <a:xfrm flipH="1" rot="10558200">
              <a:off x="-1625760" y="3836160"/>
              <a:ext cx="3466080" cy="2562840"/>
            </a:xfrm>
            <a:custGeom>
              <a:avLst/>
              <a:gdLst>
                <a:gd name="textAreaLeft" fmla="*/ -1080 w 3466080"/>
                <a:gd name="textAreaRight" fmla="*/ 3467160 w 3466080"/>
                <a:gd name="textAreaTop" fmla="*/ 0 h 2562840"/>
                <a:gd name="textAreaBottom" fmla="*/ 2565000 h 25628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620" name="Google Shape;105;p5"/>
          <p:cNvGrpSpPr/>
          <p:nvPr/>
        </p:nvGrpSpPr>
        <p:grpSpPr>
          <a:xfrm>
            <a:off x="169920" y="86760"/>
            <a:ext cx="8786160" cy="4963680"/>
            <a:chOff x="169920" y="86760"/>
            <a:chExt cx="8786160" cy="4963680"/>
          </a:xfrm>
        </p:grpSpPr>
        <p:sp>
          <p:nvSpPr>
            <p:cNvPr id="621" name="Google Shape;106;p5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2" name="Google Shape;107;p5"/>
            <p:cNvSpPr/>
            <p:nvPr/>
          </p:nvSpPr>
          <p:spPr>
            <a:xfrm>
              <a:off x="8552880" y="18205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3" name="Google Shape;108;p5"/>
            <p:cNvSpPr/>
            <p:nvPr/>
          </p:nvSpPr>
          <p:spPr>
            <a:xfrm>
              <a:off x="265320" y="4942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4" name="Google Shape;109;p5"/>
            <p:cNvSpPr/>
            <p:nvPr/>
          </p:nvSpPr>
          <p:spPr>
            <a:xfrm>
              <a:off x="440640" y="1893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5" name="Google Shape;110;p5"/>
            <p:cNvSpPr/>
            <p:nvPr/>
          </p:nvSpPr>
          <p:spPr>
            <a:xfrm>
              <a:off x="7238160" y="499428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6" name="Google Shape;111;p5"/>
            <p:cNvSpPr/>
            <p:nvPr/>
          </p:nvSpPr>
          <p:spPr>
            <a:xfrm>
              <a:off x="7569720" y="48722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7" name="Google Shape;112;p5"/>
            <p:cNvSpPr/>
            <p:nvPr/>
          </p:nvSpPr>
          <p:spPr>
            <a:xfrm>
              <a:off x="7238160" y="3751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8" name="Google Shape;113;p5"/>
            <p:cNvSpPr/>
            <p:nvPr/>
          </p:nvSpPr>
          <p:spPr>
            <a:xfrm>
              <a:off x="180360" y="28299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9" name="Google Shape;114;p5"/>
            <p:cNvSpPr/>
            <p:nvPr/>
          </p:nvSpPr>
          <p:spPr>
            <a:xfrm>
              <a:off x="6806160" y="86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0" name="Google Shape;115;p5"/>
            <p:cNvSpPr/>
            <p:nvPr/>
          </p:nvSpPr>
          <p:spPr>
            <a:xfrm>
              <a:off x="6315120" y="320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1" name="Google Shape;116;p5"/>
            <p:cNvSpPr/>
            <p:nvPr/>
          </p:nvSpPr>
          <p:spPr>
            <a:xfrm>
              <a:off x="8611200" y="24696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2" name="Google Shape;117;p5"/>
            <p:cNvSpPr/>
            <p:nvPr/>
          </p:nvSpPr>
          <p:spPr>
            <a:xfrm>
              <a:off x="169920" y="3441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3" name="Google Shape;118;p5"/>
            <p:cNvSpPr/>
            <p:nvPr/>
          </p:nvSpPr>
          <p:spPr>
            <a:xfrm>
              <a:off x="403200" y="32806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7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92;p5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637" name="Google Shape;93;p5"/>
          <p:cNvGrpSpPr/>
          <p:nvPr/>
        </p:nvGrpSpPr>
        <p:grpSpPr>
          <a:xfrm>
            <a:off x="-1711440" y="-879120"/>
            <a:ext cx="11937960" cy="7396920"/>
            <a:chOff x="-1711440" y="-879120"/>
            <a:chExt cx="11937960" cy="7396920"/>
          </a:xfrm>
        </p:grpSpPr>
        <p:pic>
          <p:nvPicPr>
            <p:cNvPr id="638" name="Google Shape;94;p5" descr=""/>
            <p:cNvPicPr/>
            <p:nvPr/>
          </p:nvPicPr>
          <p:blipFill>
            <a:blip r:embed="rId3"/>
            <a:stretch/>
          </p:blipFill>
          <p:spPr>
            <a:xfrm>
              <a:off x="-912600" y="3582720"/>
              <a:ext cx="3807720" cy="2109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9" name="Google Shape;95;p5" descr=""/>
            <p:cNvPicPr/>
            <p:nvPr/>
          </p:nvPicPr>
          <p:blipFill>
            <a:blip r:embed="rId4"/>
            <a:stretch/>
          </p:blipFill>
          <p:spPr>
            <a:xfrm>
              <a:off x="-1231920" y="3967200"/>
              <a:ext cx="3807720" cy="2109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40" name="Google Shape;96;p5" descr=""/>
            <p:cNvPicPr/>
            <p:nvPr/>
          </p:nvPicPr>
          <p:blipFill>
            <a:blip r:embed="rId5"/>
            <a:stretch/>
          </p:blipFill>
          <p:spPr>
            <a:xfrm flipH="1" rot="10800000">
              <a:off x="6218280" y="-531720"/>
              <a:ext cx="3593880" cy="2838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41" name="Google Shape;97;p5" descr=""/>
            <p:cNvPicPr/>
            <p:nvPr/>
          </p:nvPicPr>
          <p:blipFill>
            <a:blip r:embed="rId6"/>
            <a:stretch/>
          </p:blipFill>
          <p:spPr>
            <a:xfrm flipH="1" rot="10800000">
              <a:off x="6632640" y="-879120"/>
              <a:ext cx="3593880" cy="2838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42" name="Google Shape;98;p5"/>
            <p:cNvSpPr/>
            <p:nvPr/>
          </p:nvSpPr>
          <p:spPr>
            <a:xfrm flipH="1" rot="10558200">
              <a:off x="-1422360" y="3621960"/>
              <a:ext cx="3466080" cy="2562840"/>
            </a:xfrm>
            <a:custGeom>
              <a:avLst/>
              <a:gdLst>
                <a:gd name="textAreaLeft" fmla="*/ -1080 w 3466080"/>
                <a:gd name="textAreaRight" fmla="*/ 3467160 w 3466080"/>
                <a:gd name="textAreaTop" fmla="*/ 0 h 2562840"/>
                <a:gd name="textAreaBottom" fmla="*/ 2565000 h 25628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3" name="Google Shape;99;p5"/>
            <p:cNvSpPr/>
            <p:nvPr/>
          </p:nvSpPr>
          <p:spPr>
            <a:xfrm flipH="1" rot="10558200">
              <a:off x="-1625760" y="3836160"/>
              <a:ext cx="3466080" cy="2562840"/>
            </a:xfrm>
            <a:custGeom>
              <a:avLst/>
              <a:gdLst>
                <a:gd name="textAreaLeft" fmla="*/ -1080 w 3466080"/>
                <a:gd name="textAreaRight" fmla="*/ 3467160 w 3466080"/>
                <a:gd name="textAreaTop" fmla="*/ 0 h 2562840"/>
                <a:gd name="textAreaBottom" fmla="*/ 2565000 h 2562840"/>
              </a:gdLst>
              <a:ahLst/>
              <a:rect l="textAreaLeft" t="textAreaTop" r="textAreaRight" b="textAreaBottom"/>
              <a:pathLst>
                <a:path w="2956871" h="2186887">
                  <a:moveTo>
                    <a:pt x="2952768" y="178044"/>
                  </a:moveTo>
                  <a:cubicBezTo>
                    <a:pt x="2944569" y="304180"/>
                    <a:pt x="2933823" y="432256"/>
                    <a:pt x="2895101" y="553351"/>
                  </a:cubicBezTo>
                  <a:cubicBezTo>
                    <a:pt x="2854994" y="678822"/>
                    <a:pt x="2780985" y="787454"/>
                    <a:pt x="2665042" y="853762"/>
                  </a:cubicBezTo>
                  <a:cubicBezTo>
                    <a:pt x="2600839" y="890490"/>
                    <a:pt x="2529766" y="915418"/>
                    <a:pt x="2458194" y="933366"/>
                  </a:cubicBezTo>
                  <a:cubicBezTo>
                    <a:pt x="2382800" y="952256"/>
                    <a:pt x="2305136" y="962227"/>
                    <a:pt x="2227360" y="961563"/>
                  </a:cubicBezTo>
                  <a:cubicBezTo>
                    <a:pt x="2149473" y="960898"/>
                    <a:pt x="2073194" y="948267"/>
                    <a:pt x="1998464" y="926774"/>
                  </a:cubicBezTo>
                  <a:cubicBezTo>
                    <a:pt x="1925785" y="905890"/>
                    <a:pt x="1854768" y="879134"/>
                    <a:pt x="1781202" y="861241"/>
                  </a:cubicBezTo>
                  <a:cubicBezTo>
                    <a:pt x="1708523" y="843570"/>
                    <a:pt x="1634126" y="836867"/>
                    <a:pt x="1559619" y="845120"/>
                  </a:cubicBezTo>
                  <a:cubicBezTo>
                    <a:pt x="1490540" y="852710"/>
                    <a:pt x="1419301" y="870880"/>
                    <a:pt x="1358643" y="905613"/>
                  </a:cubicBezTo>
                  <a:cubicBezTo>
                    <a:pt x="1304743" y="936468"/>
                    <a:pt x="1265079" y="983222"/>
                    <a:pt x="1247796" y="1043216"/>
                  </a:cubicBezTo>
                  <a:cubicBezTo>
                    <a:pt x="1230623" y="1102711"/>
                    <a:pt x="1233448" y="1165973"/>
                    <a:pt x="1234889" y="1227185"/>
                  </a:cubicBezTo>
                  <a:cubicBezTo>
                    <a:pt x="1236384" y="1291666"/>
                    <a:pt x="1238323" y="1358806"/>
                    <a:pt x="1217107" y="1420628"/>
                  </a:cubicBezTo>
                  <a:cubicBezTo>
                    <a:pt x="1197053" y="1479125"/>
                    <a:pt x="1157335" y="1529868"/>
                    <a:pt x="1107589" y="1566208"/>
                  </a:cubicBezTo>
                  <a:cubicBezTo>
                    <a:pt x="1058841" y="1601827"/>
                    <a:pt x="999900" y="1624263"/>
                    <a:pt x="939352" y="1626921"/>
                  </a:cubicBezTo>
                  <a:cubicBezTo>
                    <a:pt x="872323" y="1629858"/>
                    <a:pt x="807953" y="1605539"/>
                    <a:pt x="743306" y="1591579"/>
                  </a:cubicBezTo>
                  <a:cubicBezTo>
                    <a:pt x="686470" y="1579281"/>
                    <a:pt x="623707" y="1573852"/>
                    <a:pt x="573851" y="1609638"/>
                  </a:cubicBezTo>
                  <a:cubicBezTo>
                    <a:pt x="529922" y="1641158"/>
                    <a:pt x="512251" y="1693285"/>
                    <a:pt x="504661" y="1744748"/>
                  </a:cubicBezTo>
                  <a:cubicBezTo>
                    <a:pt x="496075" y="1802803"/>
                    <a:pt x="499011" y="1862243"/>
                    <a:pt x="487987" y="1919965"/>
                  </a:cubicBezTo>
                  <a:cubicBezTo>
                    <a:pt x="476465" y="1980457"/>
                    <a:pt x="450927" y="2039233"/>
                    <a:pt x="411707" y="2087039"/>
                  </a:cubicBezTo>
                  <a:cubicBezTo>
                    <a:pt x="374204" y="2132741"/>
                    <a:pt x="323185" y="2167806"/>
                    <a:pt x="264354" y="2178553"/>
                  </a:cubicBezTo>
                  <a:cubicBezTo>
                    <a:pt x="189238" y="2192291"/>
                    <a:pt x="113955" y="2168415"/>
                    <a:pt x="38561" y="2172626"/>
                  </a:cubicBezTo>
                  <a:cubicBezTo>
                    <a:pt x="33575" y="2172903"/>
                    <a:pt x="3551" y="2176558"/>
                    <a:pt x="4326" y="2178221"/>
                  </a:cubicBezTo>
                  <a:cubicBezTo>
                    <a:pt x="3828" y="2177112"/>
                    <a:pt x="4714" y="2174066"/>
                    <a:pt x="4770" y="2172903"/>
                  </a:cubicBezTo>
                  <a:lnTo>
                    <a:pt x="6819" y="2149304"/>
                  </a:lnTo>
                  <a:cubicBezTo>
                    <a:pt x="13910" y="2068315"/>
                    <a:pt x="20945" y="1987271"/>
                    <a:pt x="28036" y="1906283"/>
                  </a:cubicBezTo>
                  <a:cubicBezTo>
                    <a:pt x="39946" y="1770064"/>
                    <a:pt x="51801" y="1633846"/>
                    <a:pt x="63711" y="1497628"/>
                  </a:cubicBezTo>
                  <a:cubicBezTo>
                    <a:pt x="77837" y="1335540"/>
                    <a:pt x="92018" y="1173451"/>
                    <a:pt x="106144" y="1011419"/>
                  </a:cubicBezTo>
                  <a:cubicBezTo>
                    <a:pt x="120270" y="849386"/>
                    <a:pt x="133565" y="696992"/>
                    <a:pt x="147303" y="539779"/>
                  </a:cubicBezTo>
                  <a:cubicBezTo>
                    <a:pt x="157939" y="417797"/>
                    <a:pt x="168575" y="295871"/>
                    <a:pt x="179266" y="173890"/>
                  </a:cubicBezTo>
                  <a:lnTo>
                    <a:pt x="189293" y="58832"/>
                  </a:lnTo>
                  <a:lnTo>
                    <a:pt x="192340" y="23601"/>
                  </a:lnTo>
                  <a:cubicBezTo>
                    <a:pt x="192838" y="18006"/>
                    <a:pt x="194833" y="10472"/>
                    <a:pt x="194002" y="4877"/>
                  </a:cubicBezTo>
                  <a:cubicBezTo>
                    <a:pt x="193337" y="778"/>
                    <a:pt x="191841" y="3880"/>
                    <a:pt x="193836" y="4323"/>
                  </a:cubicBezTo>
                  <a:cubicBezTo>
                    <a:pt x="198212" y="5265"/>
                    <a:pt x="203308" y="4932"/>
                    <a:pt x="207795" y="5209"/>
                  </a:cubicBezTo>
                  <a:cubicBezTo>
                    <a:pt x="230286" y="6650"/>
                    <a:pt x="252777" y="8090"/>
                    <a:pt x="275267" y="9530"/>
                  </a:cubicBezTo>
                  <a:cubicBezTo>
                    <a:pt x="365396" y="15291"/>
                    <a:pt x="455470" y="20997"/>
                    <a:pt x="545599" y="26758"/>
                  </a:cubicBezTo>
                  <a:cubicBezTo>
                    <a:pt x="678826" y="35234"/>
                    <a:pt x="812108" y="43765"/>
                    <a:pt x="945335" y="52240"/>
                  </a:cubicBezTo>
                  <a:cubicBezTo>
                    <a:pt x="1104265" y="62378"/>
                    <a:pt x="1263141" y="72515"/>
                    <a:pt x="1422071" y="82597"/>
                  </a:cubicBezTo>
                  <a:cubicBezTo>
                    <a:pt x="1585877" y="93012"/>
                    <a:pt x="1749682" y="103481"/>
                    <a:pt x="1913432" y="113896"/>
                  </a:cubicBezTo>
                  <a:cubicBezTo>
                    <a:pt x="2064995" y="123535"/>
                    <a:pt x="2216558" y="133229"/>
                    <a:pt x="2368121" y="142868"/>
                  </a:cubicBezTo>
                  <a:cubicBezTo>
                    <a:pt x="2486778" y="150402"/>
                    <a:pt x="2605436" y="157991"/>
                    <a:pt x="2724039" y="165525"/>
                  </a:cubicBezTo>
                  <a:cubicBezTo>
                    <a:pt x="2792120" y="169845"/>
                    <a:pt x="2860201" y="174222"/>
                    <a:pt x="2928283" y="178543"/>
                  </a:cubicBezTo>
                  <a:cubicBezTo>
                    <a:pt x="2937091" y="179097"/>
                    <a:pt x="2945899" y="179651"/>
                    <a:pt x="2954707" y="180205"/>
                  </a:cubicBezTo>
                  <a:cubicBezTo>
                    <a:pt x="2957366" y="180371"/>
                    <a:pt x="2957366" y="176216"/>
                    <a:pt x="2954707" y="176050"/>
                  </a:cubicBezTo>
                  <a:cubicBezTo>
                    <a:pt x="2930056" y="174499"/>
                    <a:pt x="2905349" y="172893"/>
                    <a:pt x="2880698" y="171341"/>
                  </a:cubicBezTo>
                  <a:cubicBezTo>
                    <a:pt x="2813558" y="167076"/>
                    <a:pt x="2746474" y="162810"/>
                    <a:pt x="2679334" y="158489"/>
                  </a:cubicBezTo>
                  <a:cubicBezTo>
                    <a:pt x="2580508" y="152175"/>
                    <a:pt x="2481627" y="145915"/>
                    <a:pt x="2382800" y="139600"/>
                  </a:cubicBezTo>
                  <a:cubicBezTo>
                    <a:pt x="2261761" y="131899"/>
                    <a:pt x="2140776" y="124199"/>
                    <a:pt x="2019736" y="116444"/>
                  </a:cubicBezTo>
                  <a:cubicBezTo>
                    <a:pt x="1887174" y="108024"/>
                    <a:pt x="1754557" y="99549"/>
                    <a:pt x="1621995" y="91128"/>
                  </a:cubicBezTo>
                  <a:cubicBezTo>
                    <a:pt x="1488657" y="82653"/>
                    <a:pt x="1355319" y="74122"/>
                    <a:pt x="1221982" y="65646"/>
                  </a:cubicBezTo>
                  <a:cubicBezTo>
                    <a:pt x="1097175" y="57669"/>
                    <a:pt x="972423" y="49747"/>
                    <a:pt x="847617" y="41770"/>
                  </a:cubicBezTo>
                  <a:cubicBezTo>
                    <a:pt x="742199" y="35068"/>
                    <a:pt x="636725" y="28309"/>
                    <a:pt x="531307" y="21607"/>
                  </a:cubicBezTo>
                  <a:cubicBezTo>
                    <a:pt x="455747" y="16787"/>
                    <a:pt x="380187" y="11967"/>
                    <a:pt x="304627" y="7148"/>
                  </a:cubicBezTo>
                  <a:cubicBezTo>
                    <a:pt x="268841" y="4877"/>
                    <a:pt x="232613" y="611"/>
                    <a:pt x="196772" y="279"/>
                  </a:cubicBezTo>
                  <a:cubicBezTo>
                    <a:pt x="195220" y="279"/>
                    <a:pt x="193669" y="58"/>
                    <a:pt x="192174" y="2"/>
                  </a:cubicBezTo>
                  <a:cubicBezTo>
                    <a:pt x="191010" y="-53"/>
                    <a:pt x="190179" y="999"/>
                    <a:pt x="190069" y="2107"/>
                  </a:cubicBezTo>
                  <a:cubicBezTo>
                    <a:pt x="188351" y="21496"/>
                    <a:pt x="186689" y="40940"/>
                    <a:pt x="184972" y="60328"/>
                  </a:cubicBezTo>
                  <a:cubicBezTo>
                    <a:pt x="180374" y="113176"/>
                    <a:pt x="175776" y="165968"/>
                    <a:pt x="171123" y="218816"/>
                  </a:cubicBezTo>
                  <a:cubicBezTo>
                    <a:pt x="164310" y="296923"/>
                    <a:pt x="157496" y="375087"/>
                    <a:pt x="150682" y="453195"/>
                  </a:cubicBezTo>
                  <a:cubicBezTo>
                    <a:pt x="142373" y="548531"/>
                    <a:pt x="134063" y="643867"/>
                    <a:pt x="125699" y="739204"/>
                  </a:cubicBezTo>
                  <a:cubicBezTo>
                    <a:pt x="116614" y="843126"/>
                    <a:pt x="107529" y="947049"/>
                    <a:pt x="98499" y="1050971"/>
                  </a:cubicBezTo>
                  <a:cubicBezTo>
                    <a:pt x="89304" y="1156390"/>
                    <a:pt x="80108" y="1261752"/>
                    <a:pt x="70912" y="1367170"/>
                  </a:cubicBezTo>
                  <a:cubicBezTo>
                    <a:pt x="62326" y="1465443"/>
                    <a:pt x="53740" y="1563770"/>
                    <a:pt x="45153" y="1662042"/>
                  </a:cubicBezTo>
                  <a:cubicBezTo>
                    <a:pt x="37896" y="1745136"/>
                    <a:pt x="30639" y="1828230"/>
                    <a:pt x="23383" y="1911268"/>
                  </a:cubicBezTo>
                  <a:cubicBezTo>
                    <a:pt x="18175" y="1971040"/>
                    <a:pt x="12968" y="2030812"/>
                    <a:pt x="7761" y="2090529"/>
                  </a:cubicBezTo>
                  <a:lnTo>
                    <a:pt x="2886" y="2146146"/>
                  </a:lnTo>
                  <a:cubicBezTo>
                    <a:pt x="2055" y="2155619"/>
                    <a:pt x="-161" y="2166033"/>
                    <a:pt x="338" y="2175506"/>
                  </a:cubicBezTo>
                  <a:cubicBezTo>
                    <a:pt x="393" y="2176669"/>
                    <a:pt x="116" y="2177999"/>
                    <a:pt x="6" y="2179162"/>
                  </a:cubicBezTo>
                  <a:cubicBezTo>
                    <a:pt x="-105" y="2180602"/>
                    <a:pt x="1446" y="2181378"/>
                    <a:pt x="2609" y="2181157"/>
                  </a:cubicBezTo>
                  <a:cubicBezTo>
                    <a:pt x="85592" y="2165368"/>
                    <a:pt x="168630" y="2195171"/>
                    <a:pt x="251835" y="2184536"/>
                  </a:cubicBezTo>
                  <a:cubicBezTo>
                    <a:pt x="312493" y="2176780"/>
                    <a:pt x="366283" y="2144650"/>
                    <a:pt x="406555" y="2099282"/>
                  </a:cubicBezTo>
                  <a:cubicBezTo>
                    <a:pt x="447548" y="2053082"/>
                    <a:pt x="475080" y="1995359"/>
                    <a:pt x="488874" y="1935366"/>
                  </a:cubicBezTo>
                  <a:cubicBezTo>
                    <a:pt x="503332" y="1872491"/>
                    <a:pt x="499122" y="1807290"/>
                    <a:pt x="508871" y="1743696"/>
                  </a:cubicBezTo>
                  <a:cubicBezTo>
                    <a:pt x="518621" y="1680101"/>
                    <a:pt x="549089" y="1612297"/>
                    <a:pt x="618832" y="1592299"/>
                  </a:cubicBezTo>
                  <a:cubicBezTo>
                    <a:pt x="690182" y="1571803"/>
                    <a:pt x="767237" y="1602547"/>
                    <a:pt x="836427" y="1618667"/>
                  </a:cubicBezTo>
                  <a:cubicBezTo>
                    <a:pt x="900021" y="1633458"/>
                    <a:pt x="962341" y="1636173"/>
                    <a:pt x="1024772" y="1614346"/>
                  </a:cubicBezTo>
                  <a:cubicBezTo>
                    <a:pt x="1082606" y="1594127"/>
                    <a:pt x="1134678" y="1557289"/>
                    <a:pt x="1172790" y="1509261"/>
                  </a:cubicBezTo>
                  <a:cubicBezTo>
                    <a:pt x="1212177" y="1459626"/>
                    <a:pt x="1231897" y="1401239"/>
                    <a:pt x="1237382" y="1338586"/>
                  </a:cubicBezTo>
                  <a:cubicBezTo>
                    <a:pt x="1243586" y="1267846"/>
                    <a:pt x="1235110" y="1196884"/>
                    <a:pt x="1239044" y="1126088"/>
                  </a:cubicBezTo>
                  <a:cubicBezTo>
                    <a:pt x="1243253" y="1050861"/>
                    <a:pt x="1266021" y="979455"/>
                    <a:pt x="1327344" y="931538"/>
                  </a:cubicBezTo>
                  <a:cubicBezTo>
                    <a:pt x="1391936" y="881072"/>
                    <a:pt x="1479461" y="858138"/>
                    <a:pt x="1559619" y="849331"/>
                  </a:cubicBezTo>
                  <a:cubicBezTo>
                    <a:pt x="1644873" y="839913"/>
                    <a:pt x="1729019" y="850715"/>
                    <a:pt x="1811393" y="873483"/>
                  </a:cubicBezTo>
                  <a:cubicBezTo>
                    <a:pt x="1891274" y="895530"/>
                    <a:pt x="1968828" y="925666"/>
                    <a:pt x="2049595" y="944611"/>
                  </a:cubicBezTo>
                  <a:cubicBezTo>
                    <a:pt x="2209190" y="982114"/>
                    <a:pt x="2377593" y="967767"/>
                    <a:pt x="2532369" y="916138"/>
                  </a:cubicBezTo>
                  <a:cubicBezTo>
                    <a:pt x="2602722" y="892650"/>
                    <a:pt x="2671634" y="861462"/>
                    <a:pt x="2730021" y="815041"/>
                  </a:cubicBezTo>
                  <a:cubicBezTo>
                    <a:pt x="2781429" y="774214"/>
                    <a:pt x="2822699" y="722142"/>
                    <a:pt x="2853443" y="664308"/>
                  </a:cubicBezTo>
                  <a:cubicBezTo>
                    <a:pt x="2916040" y="546648"/>
                    <a:pt x="2937091" y="411260"/>
                    <a:pt x="2949112" y="280083"/>
                  </a:cubicBezTo>
                  <a:cubicBezTo>
                    <a:pt x="2952214" y="246126"/>
                    <a:pt x="2954651" y="212113"/>
                    <a:pt x="2956867" y="178100"/>
                  </a:cubicBezTo>
                  <a:cubicBezTo>
                    <a:pt x="2957033" y="175441"/>
                    <a:pt x="2952879" y="175441"/>
                    <a:pt x="2952712" y="17810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644" name="Google Shape;105;p5"/>
          <p:cNvGrpSpPr/>
          <p:nvPr/>
        </p:nvGrpSpPr>
        <p:grpSpPr>
          <a:xfrm>
            <a:off x="169920" y="86760"/>
            <a:ext cx="8786160" cy="4963680"/>
            <a:chOff x="169920" y="86760"/>
            <a:chExt cx="8786160" cy="4963680"/>
          </a:xfrm>
        </p:grpSpPr>
        <p:sp>
          <p:nvSpPr>
            <p:cNvPr id="645" name="Google Shape;106;p5"/>
            <p:cNvSpPr/>
            <p:nvPr/>
          </p:nvSpPr>
          <p:spPr>
            <a:xfrm>
              <a:off x="8712720" y="207360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6" name="Google Shape;107;p5"/>
            <p:cNvSpPr/>
            <p:nvPr/>
          </p:nvSpPr>
          <p:spPr>
            <a:xfrm>
              <a:off x="8552880" y="18205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7" name="Google Shape;108;p5"/>
            <p:cNvSpPr/>
            <p:nvPr/>
          </p:nvSpPr>
          <p:spPr>
            <a:xfrm>
              <a:off x="265320" y="4942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8" name="Google Shape;109;p5"/>
            <p:cNvSpPr/>
            <p:nvPr/>
          </p:nvSpPr>
          <p:spPr>
            <a:xfrm>
              <a:off x="440640" y="18936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9" name="Google Shape;110;p5"/>
            <p:cNvSpPr/>
            <p:nvPr/>
          </p:nvSpPr>
          <p:spPr>
            <a:xfrm>
              <a:off x="7238160" y="499428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0" name="Google Shape;111;p5"/>
            <p:cNvSpPr/>
            <p:nvPr/>
          </p:nvSpPr>
          <p:spPr>
            <a:xfrm>
              <a:off x="7569720" y="487224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1" name="Google Shape;112;p5"/>
            <p:cNvSpPr/>
            <p:nvPr/>
          </p:nvSpPr>
          <p:spPr>
            <a:xfrm>
              <a:off x="7238160" y="3751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2" name="Google Shape;113;p5"/>
            <p:cNvSpPr/>
            <p:nvPr/>
          </p:nvSpPr>
          <p:spPr>
            <a:xfrm>
              <a:off x="180360" y="28299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3" name="Google Shape;114;p5"/>
            <p:cNvSpPr/>
            <p:nvPr/>
          </p:nvSpPr>
          <p:spPr>
            <a:xfrm>
              <a:off x="6806160" y="867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4" name="Google Shape;115;p5"/>
            <p:cNvSpPr/>
            <p:nvPr/>
          </p:nvSpPr>
          <p:spPr>
            <a:xfrm>
              <a:off x="6315120" y="32040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5" name="Google Shape;116;p5"/>
            <p:cNvSpPr/>
            <p:nvPr/>
          </p:nvSpPr>
          <p:spPr>
            <a:xfrm>
              <a:off x="8611200" y="246960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6" name="Google Shape;117;p5"/>
            <p:cNvSpPr/>
            <p:nvPr/>
          </p:nvSpPr>
          <p:spPr>
            <a:xfrm>
              <a:off x="169920" y="344160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7" name="Google Shape;118;p5"/>
            <p:cNvSpPr/>
            <p:nvPr/>
          </p:nvSpPr>
          <p:spPr>
            <a:xfrm>
              <a:off x="403200" y="328068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7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120;p6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663" name="Google Shape;121;p6"/>
          <p:cNvGrpSpPr/>
          <p:nvPr/>
        </p:nvGrpSpPr>
        <p:grpSpPr>
          <a:xfrm>
            <a:off x="-1244520" y="3764160"/>
            <a:ext cx="3589920" cy="2468880"/>
            <a:chOff x="-1244520" y="3764160"/>
            <a:chExt cx="3589920" cy="2468880"/>
          </a:xfrm>
        </p:grpSpPr>
        <p:pic>
          <p:nvPicPr>
            <p:cNvPr id="664" name="Google Shape;122;p6" descr=""/>
            <p:cNvPicPr/>
            <p:nvPr/>
          </p:nvPicPr>
          <p:blipFill>
            <a:blip r:embed="rId3"/>
            <a:stretch/>
          </p:blipFill>
          <p:spPr>
            <a:xfrm rot="498000">
              <a:off x="-941400" y="3984120"/>
              <a:ext cx="3176280" cy="1760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5" name="Google Shape;123;p6" descr=""/>
            <p:cNvPicPr/>
            <p:nvPr/>
          </p:nvPicPr>
          <p:blipFill>
            <a:blip r:embed="rId4"/>
            <a:stretch/>
          </p:blipFill>
          <p:spPr>
            <a:xfrm rot="498000">
              <a:off x="-1134000" y="4253040"/>
              <a:ext cx="3176280" cy="17600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66" name="Google Shape;124;p6"/>
          <p:cNvGrpSpPr/>
          <p:nvPr/>
        </p:nvGrpSpPr>
        <p:grpSpPr>
          <a:xfrm>
            <a:off x="326880" y="106920"/>
            <a:ext cx="8629200" cy="4892760"/>
            <a:chOff x="326880" y="106920"/>
            <a:chExt cx="8629200" cy="4892760"/>
          </a:xfrm>
        </p:grpSpPr>
        <p:sp>
          <p:nvSpPr>
            <p:cNvPr id="667" name="Google Shape;125;p6"/>
            <p:cNvSpPr/>
            <p:nvPr/>
          </p:nvSpPr>
          <p:spPr>
            <a:xfrm>
              <a:off x="8610120" y="1383120"/>
              <a:ext cx="141840" cy="141840"/>
            </a:xfrm>
            <a:custGeom>
              <a:avLst/>
              <a:gdLst>
                <a:gd name="textAreaLeft" fmla="*/ 0 w 141840"/>
                <a:gd name="textAreaRight" fmla="*/ 144000 w 141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116109" h="116109">
                  <a:moveTo>
                    <a:pt x="58055" y="116110"/>
                  </a:moveTo>
                  <a:cubicBezTo>
                    <a:pt x="26036" y="116110"/>
                    <a:pt x="0" y="90074"/>
                    <a:pt x="0" y="58055"/>
                  </a:cubicBezTo>
                  <a:cubicBezTo>
                    <a:pt x="0" y="26036"/>
                    <a:pt x="26036" y="0"/>
                    <a:pt x="58055" y="0"/>
                  </a:cubicBezTo>
                  <a:cubicBezTo>
                    <a:pt x="90073" y="0"/>
                    <a:pt x="116110" y="26036"/>
                    <a:pt x="116110" y="58055"/>
                  </a:cubicBezTo>
                  <a:cubicBezTo>
                    <a:pt x="116110" y="90074"/>
                    <a:pt x="90073" y="116110"/>
                    <a:pt x="58055" y="116110"/>
                  </a:cubicBezTo>
                  <a:close/>
                  <a:moveTo>
                    <a:pt x="58055" y="5540"/>
                  </a:moveTo>
                  <a:cubicBezTo>
                    <a:pt x="29083" y="5540"/>
                    <a:pt x="5540" y="29083"/>
                    <a:pt x="5540" y="58055"/>
                  </a:cubicBezTo>
                  <a:cubicBezTo>
                    <a:pt x="5540" y="87027"/>
                    <a:pt x="29083" y="110570"/>
                    <a:pt x="58055" y="110570"/>
                  </a:cubicBezTo>
                  <a:cubicBezTo>
                    <a:pt x="87027" y="110570"/>
                    <a:pt x="110570" y="87027"/>
                    <a:pt x="110570" y="58055"/>
                  </a:cubicBezTo>
                  <a:cubicBezTo>
                    <a:pt x="110570" y="29083"/>
                    <a:pt x="87027" y="5540"/>
                    <a:pt x="5805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8" name="Google Shape;126;p6"/>
            <p:cNvSpPr/>
            <p:nvPr/>
          </p:nvSpPr>
          <p:spPr>
            <a:xfrm>
              <a:off x="8006040" y="14328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9" name="Google Shape;127;p6"/>
            <p:cNvSpPr/>
            <p:nvPr/>
          </p:nvSpPr>
          <p:spPr>
            <a:xfrm>
              <a:off x="326880" y="2448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0" name="Google Shape;128;p6"/>
            <p:cNvSpPr/>
            <p:nvPr/>
          </p:nvSpPr>
          <p:spPr>
            <a:xfrm>
              <a:off x="896760" y="1069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1" name="Google Shape;129;p6"/>
            <p:cNvSpPr/>
            <p:nvPr/>
          </p:nvSpPr>
          <p:spPr>
            <a:xfrm>
              <a:off x="7830720" y="49327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2" name="Google Shape;130;p6"/>
            <p:cNvSpPr/>
            <p:nvPr/>
          </p:nvSpPr>
          <p:spPr>
            <a:xfrm>
              <a:off x="356724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3" name="Google Shape;131;p6"/>
            <p:cNvSpPr/>
            <p:nvPr/>
          </p:nvSpPr>
          <p:spPr>
            <a:xfrm>
              <a:off x="668160" y="34560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4" name="Google Shape;132;p6"/>
            <p:cNvSpPr/>
            <p:nvPr/>
          </p:nvSpPr>
          <p:spPr>
            <a:xfrm>
              <a:off x="602640" y="4323600"/>
              <a:ext cx="63360" cy="63360"/>
            </a:xfrm>
            <a:custGeom>
              <a:avLst/>
              <a:gdLst>
                <a:gd name="textAreaLeft" fmla="*/ 0 w 63360"/>
                <a:gd name="textAreaRight" fmla="*/ 65520 w 63360"/>
                <a:gd name="textAreaTop" fmla="*/ 0 h 63360"/>
                <a:gd name="textAreaBottom" fmla="*/ 65520 h 63360"/>
              </a:gdLst>
              <a:ahLst/>
              <a:rect l="textAreaLeft" t="textAreaTop" r="textAreaRight" b="textAreaBottom"/>
              <a:pathLst>
                <a:path w="52958" h="52958">
                  <a:moveTo>
                    <a:pt x="26479" y="52958"/>
                  </a:moveTo>
                  <a:cubicBezTo>
                    <a:pt x="11910" y="52958"/>
                    <a:pt x="0" y="41104"/>
                    <a:pt x="0" y="26479"/>
                  </a:cubicBezTo>
                  <a:cubicBezTo>
                    <a:pt x="0" y="11855"/>
                    <a:pt x="11855" y="0"/>
                    <a:pt x="26479" y="0"/>
                  </a:cubicBezTo>
                  <a:cubicBezTo>
                    <a:pt x="41104" y="0"/>
                    <a:pt x="52958" y="11855"/>
                    <a:pt x="52958" y="26479"/>
                  </a:cubicBezTo>
                  <a:cubicBezTo>
                    <a:pt x="52958" y="41104"/>
                    <a:pt x="41104" y="52958"/>
                    <a:pt x="26479" y="52958"/>
                  </a:cubicBezTo>
                  <a:close/>
                  <a:moveTo>
                    <a:pt x="26479" y="5595"/>
                  </a:moveTo>
                  <a:cubicBezTo>
                    <a:pt x="14957" y="5595"/>
                    <a:pt x="5540" y="14957"/>
                    <a:pt x="5540" y="26535"/>
                  </a:cubicBezTo>
                  <a:cubicBezTo>
                    <a:pt x="5540" y="38112"/>
                    <a:pt x="14901" y="47474"/>
                    <a:pt x="26479" y="47474"/>
                  </a:cubicBezTo>
                  <a:cubicBezTo>
                    <a:pt x="38057" y="47474"/>
                    <a:pt x="47419" y="38112"/>
                    <a:pt x="47419" y="26535"/>
                  </a:cubicBezTo>
                  <a:cubicBezTo>
                    <a:pt x="47419" y="14957"/>
                    <a:pt x="38057" y="5595"/>
                    <a:pt x="26479" y="5595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5" name="Google Shape;133;p6"/>
            <p:cNvSpPr/>
            <p:nvPr/>
          </p:nvSpPr>
          <p:spPr>
            <a:xfrm>
              <a:off x="8445240" y="34560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6" name="Google Shape;134;p6"/>
            <p:cNvSpPr/>
            <p:nvPr/>
          </p:nvSpPr>
          <p:spPr>
            <a:xfrm>
              <a:off x="2204280" y="476316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7" name="Google Shape;135;p6"/>
            <p:cNvSpPr/>
            <p:nvPr/>
          </p:nvSpPr>
          <p:spPr>
            <a:xfrm>
              <a:off x="8737920" y="78624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8" name="Google Shape;136;p6"/>
            <p:cNvSpPr/>
            <p:nvPr/>
          </p:nvSpPr>
          <p:spPr>
            <a:xfrm>
              <a:off x="8611200" y="444492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9" name="Google Shape;137;p6"/>
            <p:cNvSpPr/>
            <p:nvPr/>
          </p:nvSpPr>
          <p:spPr>
            <a:xfrm>
              <a:off x="416880" y="399132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0" name="Google Shape;138;p6"/>
            <p:cNvSpPr/>
            <p:nvPr/>
          </p:nvSpPr>
          <p:spPr>
            <a:xfrm>
              <a:off x="2603880" y="483732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5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141;p7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684" name="Google Shape;142;p7"/>
          <p:cNvGrpSpPr/>
          <p:nvPr/>
        </p:nvGrpSpPr>
        <p:grpSpPr>
          <a:xfrm>
            <a:off x="-1369800" y="-1514880"/>
            <a:ext cx="11863440" cy="8787600"/>
            <a:chOff x="-1369800" y="-1514880"/>
            <a:chExt cx="11863440" cy="8787600"/>
          </a:xfrm>
        </p:grpSpPr>
        <p:pic>
          <p:nvPicPr>
            <p:cNvPr id="685" name="Google Shape;143;p7" descr=""/>
            <p:cNvPicPr/>
            <p:nvPr/>
          </p:nvPicPr>
          <p:blipFill>
            <a:blip r:embed="rId3"/>
            <a:stretch/>
          </p:blipFill>
          <p:spPr>
            <a:xfrm rot="5400000">
              <a:off x="-1477440" y="86688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86" name="Google Shape;144;p7" descr=""/>
            <p:cNvPicPr/>
            <p:nvPr/>
          </p:nvPicPr>
          <p:blipFill>
            <a:blip r:embed="rId4"/>
            <a:stretch/>
          </p:blipFill>
          <p:spPr>
            <a:xfrm rot="10800000">
              <a:off x="5948280" y="-1095120"/>
              <a:ext cx="4286520" cy="2804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87" name="Google Shape;145;p7" descr=""/>
            <p:cNvPicPr/>
            <p:nvPr/>
          </p:nvPicPr>
          <p:blipFill>
            <a:blip r:embed="rId5"/>
            <a:stretch/>
          </p:blipFill>
          <p:spPr>
            <a:xfrm rot="10800000">
              <a:off x="6207120" y="-1514880"/>
              <a:ext cx="4286520" cy="2804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88" name="Google Shape;146;p7" descr=""/>
            <p:cNvPicPr/>
            <p:nvPr/>
          </p:nvPicPr>
          <p:blipFill>
            <a:blip r:embed="rId6"/>
            <a:srcRect l="4651" t="5401" r="0" b="0"/>
            <a:stretch/>
          </p:blipFill>
          <p:spPr>
            <a:xfrm rot="5400000">
              <a:off x="-1813680" y="2066040"/>
              <a:ext cx="5837400" cy="45752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89" name="Google Shape;147;p7"/>
            <p:cNvGrpSpPr/>
            <p:nvPr/>
          </p:nvGrpSpPr>
          <p:grpSpPr>
            <a:xfrm>
              <a:off x="-1369800" y="2012400"/>
              <a:ext cx="3985920" cy="4972320"/>
              <a:chOff x="-1369800" y="2012400"/>
              <a:chExt cx="3985920" cy="4972320"/>
            </a:xfrm>
          </p:grpSpPr>
          <p:sp>
            <p:nvSpPr>
              <p:cNvPr id="690" name="Google Shape;148;p7"/>
              <p:cNvSpPr/>
              <p:nvPr/>
            </p:nvSpPr>
            <p:spPr>
              <a:xfrm rot="15913200">
                <a:off x="-1418760" y="2718720"/>
                <a:ext cx="4433760" cy="3278520"/>
              </a:xfrm>
              <a:custGeom>
                <a:avLst/>
                <a:gdLst>
                  <a:gd name="textAreaLeft" fmla="*/ 0 w 4433760"/>
                  <a:gd name="textAreaRight" fmla="*/ 4435920 w 4433760"/>
                  <a:gd name="textAreaTop" fmla="*/ 0 h 3278520"/>
                  <a:gd name="textAreaBottom" fmla="*/ 3280680 h 327852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91" name="Google Shape;149;p7"/>
              <p:cNvSpPr/>
              <p:nvPr/>
            </p:nvSpPr>
            <p:spPr>
              <a:xfrm rot="15913200">
                <a:off x="-1768320" y="2999520"/>
                <a:ext cx="4433760" cy="3278520"/>
              </a:xfrm>
              <a:custGeom>
                <a:avLst/>
                <a:gdLst>
                  <a:gd name="textAreaLeft" fmla="*/ 0 w 4433760"/>
                  <a:gd name="textAreaRight" fmla="*/ 4435920 w 4433760"/>
                  <a:gd name="textAreaTop" fmla="*/ 0 h 3278520"/>
                  <a:gd name="textAreaBottom" fmla="*/ 3280680 h 327852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692" name="Google Shape;153;p7"/>
          <p:cNvGrpSpPr/>
          <p:nvPr/>
        </p:nvGrpSpPr>
        <p:grpSpPr>
          <a:xfrm>
            <a:off x="341280" y="113040"/>
            <a:ext cx="8488440" cy="4636440"/>
            <a:chOff x="341280" y="113040"/>
            <a:chExt cx="8488440" cy="4636440"/>
          </a:xfrm>
        </p:grpSpPr>
        <p:sp>
          <p:nvSpPr>
            <p:cNvPr id="693" name="Google Shape;154;p7"/>
            <p:cNvSpPr/>
            <p:nvPr/>
          </p:nvSpPr>
          <p:spPr>
            <a:xfrm>
              <a:off x="8633160" y="1564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4" name="Google Shape;155;p7"/>
            <p:cNvSpPr/>
            <p:nvPr/>
          </p:nvSpPr>
          <p:spPr>
            <a:xfrm>
              <a:off x="436680" y="5396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5" name="Google Shape;156;p7"/>
            <p:cNvSpPr/>
            <p:nvPr/>
          </p:nvSpPr>
          <p:spPr>
            <a:xfrm>
              <a:off x="341280" y="19728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6" name="Google Shape;157;p7"/>
            <p:cNvSpPr/>
            <p:nvPr/>
          </p:nvSpPr>
          <p:spPr>
            <a:xfrm>
              <a:off x="8571240" y="46933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7" name="Google Shape;158;p7"/>
            <p:cNvSpPr/>
            <p:nvPr/>
          </p:nvSpPr>
          <p:spPr>
            <a:xfrm>
              <a:off x="599976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8" name="Google Shape;159;p7"/>
            <p:cNvSpPr/>
            <p:nvPr/>
          </p:nvSpPr>
          <p:spPr>
            <a:xfrm>
              <a:off x="5835600" y="1130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9" name="Google Shape;160;p7"/>
            <p:cNvSpPr/>
            <p:nvPr/>
          </p:nvSpPr>
          <p:spPr>
            <a:xfrm>
              <a:off x="8571240" y="40939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0" name="Google Shape;161;p7"/>
            <p:cNvSpPr/>
            <p:nvPr/>
          </p:nvSpPr>
          <p:spPr>
            <a:xfrm>
              <a:off x="8737920" y="162288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1" name="Google Shape;162;p7"/>
            <p:cNvSpPr/>
            <p:nvPr/>
          </p:nvSpPr>
          <p:spPr>
            <a:xfrm>
              <a:off x="713160" y="11304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7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141;p7" descr=""/>
          <p:cNvPicPr/>
          <p:nvPr/>
        </p:nvPicPr>
        <p:blipFill>
          <a:blip r:embed="rId2"/>
          <a:stretch/>
        </p:blipFill>
        <p:spPr>
          <a:xfrm>
            <a:off x="0" y="9360"/>
            <a:ext cx="9141840" cy="5122800"/>
          </a:xfrm>
          <a:prstGeom prst="rect">
            <a:avLst/>
          </a:prstGeom>
          <a:ln w="0">
            <a:noFill/>
          </a:ln>
        </p:spPr>
      </p:pic>
      <p:grpSp>
        <p:nvGrpSpPr>
          <p:cNvPr id="707" name="Google Shape;142;p7"/>
          <p:cNvGrpSpPr/>
          <p:nvPr/>
        </p:nvGrpSpPr>
        <p:grpSpPr>
          <a:xfrm>
            <a:off x="-1369800" y="-1514880"/>
            <a:ext cx="11863440" cy="8787600"/>
            <a:chOff x="-1369800" y="-1514880"/>
            <a:chExt cx="11863440" cy="8787600"/>
          </a:xfrm>
        </p:grpSpPr>
        <p:pic>
          <p:nvPicPr>
            <p:cNvPr id="708" name="Google Shape;143;p7" descr=""/>
            <p:cNvPicPr/>
            <p:nvPr/>
          </p:nvPicPr>
          <p:blipFill>
            <a:blip r:embed="rId3"/>
            <a:stretch/>
          </p:blipFill>
          <p:spPr>
            <a:xfrm rot="5400000">
              <a:off x="-1477440" y="866880"/>
              <a:ext cx="6122520" cy="483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09" name="Google Shape;144;p7" descr=""/>
            <p:cNvPicPr/>
            <p:nvPr/>
          </p:nvPicPr>
          <p:blipFill>
            <a:blip r:embed="rId4"/>
            <a:stretch/>
          </p:blipFill>
          <p:spPr>
            <a:xfrm rot="10800000">
              <a:off x="5948280" y="-1095120"/>
              <a:ext cx="4286520" cy="2804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10" name="Google Shape;145;p7" descr=""/>
            <p:cNvPicPr/>
            <p:nvPr/>
          </p:nvPicPr>
          <p:blipFill>
            <a:blip r:embed="rId5"/>
            <a:stretch/>
          </p:blipFill>
          <p:spPr>
            <a:xfrm rot="10800000">
              <a:off x="6207120" y="-1514880"/>
              <a:ext cx="4286520" cy="2804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11" name="Google Shape;146;p7" descr=""/>
            <p:cNvPicPr/>
            <p:nvPr/>
          </p:nvPicPr>
          <p:blipFill>
            <a:blip r:embed="rId6"/>
            <a:srcRect l="4651" t="5401" r="0" b="0"/>
            <a:stretch/>
          </p:blipFill>
          <p:spPr>
            <a:xfrm rot="5400000">
              <a:off x="-1813680" y="2066040"/>
              <a:ext cx="5837400" cy="45752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12" name="Google Shape;147;p7"/>
            <p:cNvGrpSpPr/>
            <p:nvPr/>
          </p:nvGrpSpPr>
          <p:grpSpPr>
            <a:xfrm>
              <a:off x="-1369800" y="2012400"/>
              <a:ext cx="3985920" cy="4972320"/>
              <a:chOff x="-1369800" y="2012400"/>
              <a:chExt cx="3985920" cy="4972320"/>
            </a:xfrm>
          </p:grpSpPr>
          <p:sp>
            <p:nvSpPr>
              <p:cNvPr id="713" name="Google Shape;148;p7"/>
              <p:cNvSpPr/>
              <p:nvPr/>
            </p:nvSpPr>
            <p:spPr>
              <a:xfrm rot="15913200">
                <a:off x="-1418760" y="2718720"/>
                <a:ext cx="4433760" cy="3278520"/>
              </a:xfrm>
              <a:custGeom>
                <a:avLst/>
                <a:gdLst>
                  <a:gd name="textAreaLeft" fmla="*/ 0 w 4433760"/>
                  <a:gd name="textAreaRight" fmla="*/ 4435920 w 4433760"/>
                  <a:gd name="textAreaTop" fmla="*/ 0 h 3278520"/>
                  <a:gd name="textAreaBottom" fmla="*/ 3280680 h 327852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14" name="Google Shape;149;p7"/>
              <p:cNvSpPr/>
              <p:nvPr/>
            </p:nvSpPr>
            <p:spPr>
              <a:xfrm rot="15913200">
                <a:off x="-1768320" y="2999520"/>
                <a:ext cx="4433760" cy="3278520"/>
              </a:xfrm>
              <a:custGeom>
                <a:avLst/>
                <a:gdLst>
                  <a:gd name="textAreaLeft" fmla="*/ 0 w 4433760"/>
                  <a:gd name="textAreaRight" fmla="*/ 4435920 w 4433760"/>
                  <a:gd name="textAreaTop" fmla="*/ 0 h 3278520"/>
                  <a:gd name="textAreaBottom" fmla="*/ 3280680 h 3278520"/>
                </a:gdLst>
                <a:ahLst/>
                <a:rect l="textAreaLeft" t="textAreaTop" r="textAreaRight" b="textAreaBottom"/>
                <a:pathLst>
                  <a:path w="2956871" h="2186887">
                    <a:moveTo>
                      <a:pt x="2952768" y="178044"/>
                    </a:moveTo>
                    <a:cubicBezTo>
                      <a:pt x="2944569" y="304180"/>
                      <a:pt x="2933823" y="432256"/>
                      <a:pt x="2895101" y="553351"/>
                    </a:cubicBezTo>
                    <a:cubicBezTo>
                      <a:pt x="2854994" y="678822"/>
                      <a:pt x="2780985" y="787454"/>
                      <a:pt x="2665042" y="853762"/>
                    </a:cubicBezTo>
                    <a:cubicBezTo>
                      <a:pt x="2600839" y="890490"/>
                      <a:pt x="2529766" y="915418"/>
                      <a:pt x="2458194" y="933366"/>
                    </a:cubicBezTo>
                    <a:cubicBezTo>
                      <a:pt x="2382800" y="952256"/>
                      <a:pt x="2305136" y="962227"/>
                      <a:pt x="2227360" y="961563"/>
                    </a:cubicBezTo>
                    <a:cubicBezTo>
                      <a:pt x="2149473" y="960898"/>
                      <a:pt x="2073194" y="948267"/>
                      <a:pt x="1998464" y="926774"/>
                    </a:cubicBezTo>
                    <a:cubicBezTo>
                      <a:pt x="1925785" y="905890"/>
                      <a:pt x="1854768" y="879134"/>
                      <a:pt x="1781202" y="861241"/>
                    </a:cubicBezTo>
                    <a:cubicBezTo>
                      <a:pt x="1708523" y="843570"/>
                      <a:pt x="1634126" y="836867"/>
                      <a:pt x="1559619" y="845120"/>
                    </a:cubicBezTo>
                    <a:cubicBezTo>
                      <a:pt x="1490540" y="852710"/>
                      <a:pt x="1419301" y="870880"/>
                      <a:pt x="1358643" y="905613"/>
                    </a:cubicBezTo>
                    <a:cubicBezTo>
                      <a:pt x="1304743" y="936468"/>
                      <a:pt x="1265079" y="983222"/>
                      <a:pt x="1247796" y="1043216"/>
                    </a:cubicBezTo>
                    <a:cubicBezTo>
                      <a:pt x="1230623" y="1102711"/>
                      <a:pt x="1233448" y="1165973"/>
                      <a:pt x="1234889" y="1227185"/>
                    </a:cubicBezTo>
                    <a:cubicBezTo>
                      <a:pt x="1236384" y="1291666"/>
                      <a:pt x="1238323" y="1358806"/>
                      <a:pt x="1217107" y="1420628"/>
                    </a:cubicBezTo>
                    <a:cubicBezTo>
                      <a:pt x="1197053" y="1479125"/>
                      <a:pt x="1157335" y="1529868"/>
                      <a:pt x="1107589" y="1566208"/>
                    </a:cubicBezTo>
                    <a:cubicBezTo>
                      <a:pt x="1058841" y="1601827"/>
                      <a:pt x="999900" y="1624263"/>
                      <a:pt x="939352" y="1626921"/>
                    </a:cubicBezTo>
                    <a:cubicBezTo>
                      <a:pt x="872323" y="1629858"/>
                      <a:pt x="807953" y="1605539"/>
                      <a:pt x="743306" y="1591579"/>
                    </a:cubicBezTo>
                    <a:cubicBezTo>
                      <a:pt x="686470" y="1579281"/>
                      <a:pt x="623707" y="1573852"/>
                      <a:pt x="573851" y="1609638"/>
                    </a:cubicBezTo>
                    <a:cubicBezTo>
                      <a:pt x="529922" y="1641158"/>
                      <a:pt x="512251" y="1693285"/>
                      <a:pt x="504661" y="1744748"/>
                    </a:cubicBezTo>
                    <a:cubicBezTo>
                      <a:pt x="496075" y="1802803"/>
                      <a:pt x="499011" y="1862243"/>
                      <a:pt x="487987" y="1919965"/>
                    </a:cubicBezTo>
                    <a:cubicBezTo>
                      <a:pt x="476465" y="1980457"/>
                      <a:pt x="450927" y="2039233"/>
                      <a:pt x="411707" y="2087039"/>
                    </a:cubicBezTo>
                    <a:cubicBezTo>
                      <a:pt x="374204" y="2132741"/>
                      <a:pt x="323185" y="2167806"/>
                      <a:pt x="264354" y="2178553"/>
                    </a:cubicBezTo>
                    <a:cubicBezTo>
                      <a:pt x="189238" y="2192291"/>
                      <a:pt x="113955" y="2168415"/>
                      <a:pt x="38561" y="2172626"/>
                    </a:cubicBezTo>
                    <a:cubicBezTo>
                      <a:pt x="33575" y="2172903"/>
                      <a:pt x="3551" y="2176558"/>
                      <a:pt x="4326" y="2178221"/>
                    </a:cubicBezTo>
                    <a:cubicBezTo>
                      <a:pt x="3828" y="2177112"/>
                      <a:pt x="4714" y="2174066"/>
                      <a:pt x="4770" y="2172903"/>
                    </a:cubicBezTo>
                    <a:lnTo>
                      <a:pt x="6819" y="2149304"/>
                    </a:lnTo>
                    <a:cubicBezTo>
                      <a:pt x="13910" y="2068315"/>
                      <a:pt x="20945" y="1987271"/>
                      <a:pt x="28036" y="1906283"/>
                    </a:cubicBezTo>
                    <a:cubicBezTo>
                      <a:pt x="39946" y="1770064"/>
                      <a:pt x="51801" y="1633846"/>
                      <a:pt x="63711" y="1497628"/>
                    </a:cubicBezTo>
                    <a:cubicBezTo>
                      <a:pt x="77837" y="1335540"/>
                      <a:pt x="92018" y="1173451"/>
                      <a:pt x="106144" y="1011419"/>
                    </a:cubicBezTo>
                    <a:cubicBezTo>
                      <a:pt x="120270" y="849386"/>
                      <a:pt x="133565" y="696992"/>
                      <a:pt x="147303" y="539779"/>
                    </a:cubicBezTo>
                    <a:cubicBezTo>
                      <a:pt x="157939" y="417797"/>
                      <a:pt x="168575" y="295871"/>
                      <a:pt x="179266" y="173890"/>
                    </a:cubicBezTo>
                    <a:lnTo>
                      <a:pt x="189293" y="58832"/>
                    </a:lnTo>
                    <a:lnTo>
                      <a:pt x="192340" y="23601"/>
                    </a:lnTo>
                    <a:cubicBezTo>
                      <a:pt x="192838" y="18006"/>
                      <a:pt x="194833" y="10472"/>
                      <a:pt x="194002" y="4877"/>
                    </a:cubicBezTo>
                    <a:cubicBezTo>
                      <a:pt x="193337" y="778"/>
                      <a:pt x="191841" y="3880"/>
                      <a:pt x="193836" y="4323"/>
                    </a:cubicBezTo>
                    <a:cubicBezTo>
                      <a:pt x="198212" y="5265"/>
                      <a:pt x="203308" y="4932"/>
                      <a:pt x="207795" y="5209"/>
                    </a:cubicBezTo>
                    <a:cubicBezTo>
                      <a:pt x="230286" y="6650"/>
                      <a:pt x="252777" y="8090"/>
                      <a:pt x="275267" y="9530"/>
                    </a:cubicBezTo>
                    <a:cubicBezTo>
                      <a:pt x="365396" y="15291"/>
                      <a:pt x="455470" y="20997"/>
                      <a:pt x="545599" y="26758"/>
                    </a:cubicBezTo>
                    <a:cubicBezTo>
                      <a:pt x="678826" y="35234"/>
                      <a:pt x="812108" y="43765"/>
                      <a:pt x="945335" y="52240"/>
                    </a:cubicBezTo>
                    <a:cubicBezTo>
                      <a:pt x="1104265" y="62378"/>
                      <a:pt x="1263141" y="72515"/>
                      <a:pt x="1422071" y="82597"/>
                    </a:cubicBezTo>
                    <a:cubicBezTo>
                      <a:pt x="1585877" y="93012"/>
                      <a:pt x="1749682" y="103481"/>
                      <a:pt x="1913432" y="113896"/>
                    </a:cubicBezTo>
                    <a:cubicBezTo>
                      <a:pt x="2064995" y="123535"/>
                      <a:pt x="2216558" y="133229"/>
                      <a:pt x="2368121" y="142868"/>
                    </a:cubicBezTo>
                    <a:cubicBezTo>
                      <a:pt x="2486778" y="150402"/>
                      <a:pt x="2605436" y="157991"/>
                      <a:pt x="2724039" y="165525"/>
                    </a:cubicBezTo>
                    <a:cubicBezTo>
                      <a:pt x="2792120" y="169845"/>
                      <a:pt x="2860201" y="174222"/>
                      <a:pt x="2928283" y="178543"/>
                    </a:cubicBezTo>
                    <a:cubicBezTo>
                      <a:pt x="2937091" y="179097"/>
                      <a:pt x="2945899" y="179651"/>
                      <a:pt x="2954707" y="180205"/>
                    </a:cubicBezTo>
                    <a:cubicBezTo>
                      <a:pt x="2957366" y="180371"/>
                      <a:pt x="2957366" y="176216"/>
                      <a:pt x="2954707" y="176050"/>
                    </a:cubicBezTo>
                    <a:cubicBezTo>
                      <a:pt x="2930056" y="174499"/>
                      <a:pt x="2905349" y="172893"/>
                      <a:pt x="2880698" y="171341"/>
                    </a:cubicBezTo>
                    <a:cubicBezTo>
                      <a:pt x="2813558" y="167076"/>
                      <a:pt x="2746474" y="162810"/>
                      <a:pt x="2679334" y="158489"/>
                    </a:cubicBezTo>
                    <a:cubicBezTo>
                      <a:pt x="2580508" y="152175"/>
                      <a:pt x="2481627" y="145915"/>
                      <a:pt x="2382800" y="139600"/>
                    </a:cubicBezTo>
                    <a:cubicBezTo>
                      <a:pt x="2261761" y="131899"/>
                      <a:pt x="2140776" y="124199"/>
                      <a:pt x="2019736" y="116444"/>
                    </a:cubicBezTo>
                    <a:cubicBezTo>
                      <a:pt x="1887174" y="108024"/>
                      <a:pt x="1754557" y="99549"/>
                      <a:pt x="1621995" y="91128"/>
                    </a:cubicBezTo>
                    <a:cubicBezTo>
                      <a:pt x="1488657" y="82653"/>
                      <a:pt x="1355319" y="74122"/>
                      <a:pt x="1221982" y="65646"/>
                    </a:cubicBezTo>
                    <a:cubicBezTo>
                      <a:pt x="1097175" y="57669"/>
                      <a:pt x="972423" y="49747"/>
                      <a:pt x="847617" y="41770"/>
                    </a:cubicBezTo>
                    <a:cubicBezTo>
                      <a:pt x="742199" y="35068"/>
                      <a:pt x="636725" y="28309"/>
                      <a:pt x="531307" y="21607"/>
                    </a:cubicBezTo>
                    <a:cubicBezTo>
                      <a:pt x="455747" y="16787"/>
                      <a:pt x="380187" y="11967"/>
                      <a:pt x="304627" y="7148"/>
                    </a:cubicBezTo>
                    <a:cubicBezTo>
                      <a:pt x="268841" y="4877"/>
                      <a:pt x="232613" y="611"/>
                      <a:pt x="196772" y="279"/>
                    </a:cubicBezTo>
                    <a:cubicBezTo>
                      <a:pt x="195220" y="279"/>
                      <a:pt x="193669" y="58"/>
                      <a:pt x="192174" y="2"/>
                    </a:cubicBezTo>
                    <a:cubicBezTo>
                      <a:pt x="191010" y="-53"/>
                      <a:pt x="190179" y="999"/>
                      <a:pt x="190069" y="2107"/>
                    </a:cubicBezTo>
                    <a:cubicBezTo>
                      <a:pt x="188351" y="21496"/>
                      <a:pt x="186689" y="40940"/>
                      <a:pt x="184972" y="60328"/>
                    </a:cubicBezTo>
                    <a:cubicBezTo>
                      <a:pt x="180374" y="113176"/>
                      <a:pt x="175776" y="165968"/>
                      <a:pt x="171123" y="218816"/>
                    </a:cubicBezTo>
                    <a:cubicBezTo>
                      <a:pt x="164310" y="296923"/>
                      <a:pt x="157496" y="375087"/>
                      <a:pt x="150682" y="453195"/>
                    </a:cubicBezTo>
                    <a:cubicBezTo>
                      <a:pt x="142373" y="548531"/>
                      <a:pt x="134063" y="643867"/>
                      <a:pt x="125699" y="739204"/>
                    </a:cubicBezTo>
                    <a:cubicBezTo>
                      <a:pt x="116614" y="843126"/>
                      <a:pt x="107529" y="947049"/>
                      <a:pt x="98499" y="1050971"/>
                    </a:cubicBezTo>
                    <a:cubicBezTo>
                      <a:pt x="89304" y="1156390"/>
                      <a:pt x="80108" y="1261752"/>
                      <a:pt x="70912" y="1367170"/>
                    </a:cubicBezTo>
                    <a:cubicBezTo>
                      <a:pt x="62326" y="1465443"/>
                      <a:pt x="53740" y="1563770"/>
                      <a:pt x="45153" y="1662042"/>
                    </a:cubicBezTo>
                    <a:cubicBezTo>
                      <a:pt x="37896" y="1745136"/>
                      <a:pt x="30639" y="1828230"/>
                      <a:pt x="23383" y="1911268"/>
                    </a:cubicBezTo>
                    <a:cubicBezTo>
                      <a:pt x="18175" y="1971040"/>
                      <a:pt x="12968" y="2030812"/>
                      <a:pt x="7761" y="2090529"/>
                    </a:cubicBezTo>
                    <a:lnTo>
                      <a:pt x="2886" y="2146146"/>
                    </a:lnTo>
                    <a:cubicBezTo>
                      <a:pt x="2055" y="2155619"/>
                      <a:pt x="-161" y="2166033"/>
                      <a:pt x="338" y="2175506"/>
                    </a:cubicBezTo>
                    <a:cubicBezTo>
                      <a:pt x="393" y="2176669"/>
                      <a:pt x="116" y="2177999"/>
                      <a:pt x="6" y="2179162"/>
                    </a:cubicBezTo>
                    <a:cubicBezTo>
                      <a:pt x="-105" y="2180602"/>
                      <a:pt x="1446" y="2181378"/>
                      <a:pt x="2609" y="2181157"/>
                    </a:cubicBezTo>
                    <a:cubicBezTo>
                      <a:pt x="85592" y="2165368"/>
                      <a:pt x="168630" y="2195171"/>
                      <a:pt x="251835" y="2184536"/>
                    </a:cubicBezTo>
                    <a:cubicBezTo>
                      <a:pt x="312493" y="2176780"/>
                      <a:pt x="366283" y="2144650"/>
                      <a:pt x="406555" y="2099282"/>
                    </a:cubicBezTo>
                    <a:cubicBezTo>
                      <a:pt x="447548" y="2053082"/>
                      <a:pt x="475080" y="1995359"/>
                      <a:pt x="488874" y="1935366"/>
                    </a:cubicBezTo>
                    <a:cubicBezTo>
                      <a:pt x="503332" y="1872491"/>
                      <a:pt x="499122" y="1807290"/>
                      <a:pt x="508871" y="1743696"/>
                    </a:cubicBezTo>
                    <a:cubicBezTo>
                      <a:pt x="518621" y="1680101"/>
                      <a:pt x="549089" y="1612297"/>
                      <a:pt x="618832" y="1592299"/>
                    </a:cubicBezTo>
                    <a:cubicBezTo>
                      <a:pt x="690182" y="1571803"/>
                      <a:pt x="767237" y="1602547"/>
                      <a:pt x="836427" y="1618667"/>
                    </a:cubicBezTo>
                    <a:cubicBezTo>
                      <a:pt x="900021" y="1633458"/>
                      <a:pt x="962341" y="1636173"/>
                      <a:pt x="1024772" y="1614346"/>
                    </a:cubicBezTo>
                    <a:cubicBezTo>
                      <a:pt x="1082606" y="1594127"/>
                      <a:pt x="1134678" y="1557289"/>
                      <a:pt x="1172790" y="1509261"/>
                    </a:cubicBezTo>
                    <a:cubicBezTo>
                      <a:pt x="1212177" y="1459626"/>
                      <a:pt x="1231897" y="1401239"/>
                      <a:pt x="1237382" y="1338586"/>
                    </a:cubicBezTo>
                    <a:cubicBezTo>
                      <a:pt x="1243586" y="1267846"/>
                      <a:pt x="1235110" y="1196884"/>
                      <a:pt x="1239044" y="1126088"/>
                    </a:cubicBezTo>
                    <a:cubicBezTo>
                      <a:pt x="1243253" y="1050861"/>
                      <a:pt x="1266021" y="979455"/>
                      <a:pt x="1327344" y="931538"/>
                    </a:cubicBezTo>
                    <a:cubicBezTo>
                      <a:pt x="1391936" y="881072"/>
                      <a:pt x="1479461" y="858138"/>
                      <a:pt x="1559619" y="849331"/>
                    </a:cubicBezTo>
                    <a:cubicBezTo>
                      <a:pt x="1644873" y="839913"/>
                      <a:pt x="1729019" y="850715"/>
                      <a:pt x="1811393" y="873483"/>
                    </a:cubicBezTo>
                    <a:cubicBezTo>
                      <a:pt x="1891274" y="895530"/>
                      <a:pt x="1968828" y="925666"/>
                      <a:pt x="2049595" y="944611"/>
                    </a:cubicBezTo>
                    <a:cubicBezTo>
                      <a:pt x="2209190" y="982114"/>
                      <a:pt x="2377593" y="967767"/>
                      <a:pt x="2532369" y="916138"/>
                    </a:cubicBezTo>
                    <a:cubicBezTo>
                      <a:pt x="2602722" y="892650"/>
                      <a:pt x="2671634" y="861462"/>
                      <a:pt x="2730021" y="815041"/>
                    </a:cubicBezTo>
                    <a:cubicBezTo>
                      <a:pt x="2781429" y="774214"/>
                      <a:pt x="2822699" y="722142"/>
                      <a:pt x="2853443" y="664308"/>
                    </a:cubicBezTo>
                    <a:cubicBezTo>
                      <a:pt x="2916040" y="546648"/>
                      <a:pt x="2937091" y="411260"/>
                      <a:pt x="2949112" y="280083"/>
                    </a:cubicBezTo>
                    <a:cubicBezTo>
                      <a:pt x="2952214" y="246126"/>
                      <a:pt x="2954651" y="212113"/>
                      <a:pt x="2956867" y="178100"/>
                    </a:cubicBezTo>
                    <a:cubicBezTo>
                      <a:pt x="2957033" y="175441"/>
                      <a:pt x="2952879" y="175441"/>
                      <a:pt x="2952712" y="178100"/>
                    </a:cubicBezTo>
                    <a:close/>
                  </a:path>
                </a:pathLst>
              </a:custGeom>
              <a:solidFill>
                <a:srgbClr val="ffffff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8400" rIns="68400" tIns="34200" bIns="342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grpSp>
        <p:nvGrpSpPr>
          <p:cNvPr id="715" name="Google Shape;153;p7"/>
          <p:cNvGrpSpPr/>
          <p:nvPr/>
        </p:nvGrpSpPr>
        <p:grpSpPr>
          <a:xfrm>
            <a:off x="341280" y="113040"/>
            <a:ext cx="8488440" cy="4636440"/>
            <a:chOff x="341280" y="113040"/>
            <a:chExt cx="8488440" cy="4636440"/>
          </a:xfrm>
        </p:grpSpPr>
        <p:sp>
          <p:nvSpPr>
            <p:cNvPr id="716" name="Google Shape;154;p7"/>
            <p:cNvSpPr/>
            <p:nvPr/>
          </p:nvSpPr>
          <p:spPr>
            <a:xfrm>
              <a:off x="8633160" y="156456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540"/>
                  </a:moveTo>
                  <a:cubicBezTo>
                    <a:pt x="13572" y="5540"/>
                    <a:pt x="5540" y="13572"/>
                    <a:pt x="5540" y="23488"/>
                  </a:cubicBezTo>
                  <a:cubicBezTo>
                    <a:pt x="5540" y="33404"/>
                    <a:pt x="13572" y="41436"/>
                    <a:pt x="23488" y="41436"/>
                  </a:cubicBezTo>
                  <a:cubicBezTo>
                    <a:pt x="33404" y="41436"/>
                    <a:pt x="41436" y="33404"/>
                    <a:pt x="41436" y="23488"/>
                  </a:cubicBezTo>
                  <a:cubicBezTo>
                    <a:pt x="41436" y="13572"/>
                    <a:pt x="33348" y="5540"/>
                    <a:pt x="23488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7" name="Google Shape;155;p7"/>
            <p:cNvSpPr/>
            <p:nvPr/>
          </p:nvSpPr>
          <p:spPr>
            <a:xfrm>
              <a:off x="436680" y="5396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8" name="Google Shape;156;p7"/>
            <p:cNvSpPr/>
            <p:nvPr/>
          </p:nvSpPr>
          <p:spPr>
            <a:xfrm>
              <a:off x="341280" y="197280"/>
              <a:ext cx="183600" cy="1836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83600"/>
                <a:gd name="textAreaBottom" fmla="*/ 185760 h 183600"/>
              </a:gdLst>
              <a:ahLst/>
              <a:rect l="textAreaLeft" t="textAreaTop" r="textAreaRight" b="textAreaBottom"/>
              <a:pathLst>
                <a:path w="149679" h="149679">
                  <a:moveTo>
                    <a:pt x="74840" y="149679"/>
                  </a:moveTo>
                  <a:cubicBezTo>
                    <a:pt x="33570" y="149679"/>
                    <a:pt x="0" y="116110"/>
                    <a:pt x="0" y="74840"/>
                  </a:cubicBezTo>
                  <a:cubicBezTo>
                    <a:pt x="0" y="33570"/>
                    <a:pt x="33570" y="0"/>
                    <a:pt x="74840" y="0"/>
                  </a:cubicBezTo>
                  <a:cubicBezTo>
                    <a:pt x="116110" y="0"/>
                    <a:pt x="149679" y="33570"/>
                    <a:pt x="149679" y="74840"/>
                  </a:cubicBezTo>
                  <a:cubicBezTo>
                    <a:pt x="149679" y="116110"/>
                    <a:pt x="116110" y="149679"/>
                    <a:pt x="74840" y="149679"/>
                  </a:cubicBezTo>
                  <a:close/>
                  <a:moveTo>
                    <a:pt x="74840" y="5540"/>
                  </a:moveTo>
                  <a:cubicBezTo>
                    <a:pt x="36617" y="5540"/>
                    <a:pt x="5540" y="36617"/>
                    <a:pt x="5540" y="74840"/>
                  </a:cubicBezTo>
                  <a:cubicBezTo>
                    <a:pt x="5540" y="113063"/>
                    <a:pt x="36617" y="144140"/>
                    <a:pt x="74840" y="144140"/>
                  </a:cubicBezTo>
                  <a:cubicBezTo>
                    <a:pt x="113063" y="144140"/>
                    <a:pt x="144140" y="113063"/>
                    <a:pt x="144140" y="74840"/>
                  </a:cubicBezTo>
                  <a:cubicBezTo>
                    <a:pt x="144140" y="36617"/>
                    <a:pt x="113063" y="5540"/>
                    <a:pt x="748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9" name="Google Shape;157;p7"/>
            <p:cNvSpPr/>
            <p:nvPr/>
          </p:nvSpPr>
          <p:spPr>
            <a:xfrm>
              <a:off x="8571240" y="4693320"/>
              <a:ext cx="56160" cy="56160"/>
            </a:xfrm>
            <a:custGeom>
              <a:avLst/>
              <a:gdLst>
                <a:gd name="textAreaLeft" fmla="*/ 0 w 56160"/>
                <a:gd name="textAreaRight" fmla="*/ 58320 w 56160"/>
                <a:gd name="textAreaTop" fmla="*/ 0 h 56160"/>
                <a:gd name="textAreaBottom" fmla="*/ 58320 h 56160"/>
              </a:gdLst>
              <a:ahLst/>
              <a:rect l="textAreaLeft" t="textAreaTop" r="textAreaRight" b="textAreaBottom"/>
              <a:pathLst>
                <a:path w="46975" h="46975">
                  <a:moveTo>
                    <a:pt x="23488" y="46976"/>
                  </a:moveTo>
                  <a:cubicBezTo>
                    <a:pt x="10525" y="46976"/>
                    <a:pt x="0" y="36450"/>
                    <a:pt x="0" y="23488"/>
                  </a:cubicBezTo>
                  <a:cubicBezTo>
                    <a:pt x="0" y="10525"/>
                    <a:pt x="10525" y="0"/>
                    <a:pt x="23488" y="0"/>
                  </a:cubicBezTo>
                  <a:cubicBezTo>
                    <a:pt x="36451" y="0"/>
                    <a:pt x="46976" y="10525"/>
                    <a:pt x="46976" y="23488"/>
                  </a:cubicBezTo>
                  <a:cubicBezTo>
                    <a:pt x="46976" y="36450"/>
                    <a:pt x="36451" y="46976"/>
                    <a:pt x="23488" y="46976"/>
                  </a:cubicBezTo>
                  <a:close/>
                  <a:moveTo>
                    <a:pt x="23488" y="5484"/>
                  </a:moveTo>
                  <a:cubicBezTo>
                    <a:pt x="13572" y="5484"/>
                    <a:pt x="5540" y="13517"/>
                    <a:pt x="5540" y="23432"/>
                  </a:cubicBezTo>
                  <a:cubicBezTo>
                    <a:pt x="5540" y="33348"/>
                    <a:pt x="13572" y="41381"/>
                    <a:pt x="23488" y="41381"/>
                  </a:cubicBezTo>
                  <a:cubicBezTo>
                    <a:pt x="33404" y="41381"/>
                    <a:pt x="41436" y="33348"/>
                    <a:pt x="41436" y="23432"/>
                  </a:cubicBezTo>
                  <a:cubicBezTo>
                    <a:pt x="41436" y="13517"/>
                    <a:pt x="33348" y="5484"/>
                    <a:pt x="23488" y="5484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29160" bIns="29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0" name="Google Shape;158;p7"/>
            <p:cNvSpPr/>
            <p:nvPr/>
          </p:nvSpPr>
          <p:spPr>
            <a:xfrm>
              <a:off x="5999760" y="259560"/>
              <a:ext cx="58680" cy="58680"/>
            </a:xfrm>
            <a:custGeom>
              <a:avLst/>
              <a:gdLst>
                <a:gd name="textAreaLeft" fmla="*/ 0 w 58680"/>
                <a:gd name="textAreaRight" fmla="*/ 60840 w 58680"/>
                <a:gd name="textAreaTop" fmla="*/ 0 h 58680"/>
                <a:gd name="textAreaBottom" fmla="*/ 60840 h 58680"/>
              </a:gdLst>
              <a:ahLst/>
              <a:rect l="textAreaLeft" t="textAreaTop" r="textAreaRight" b="textAreaBottom"/>
              <a:pathLst>
                <a:path w="48969" h="48969">
                  <a:moveTo>
                    <a:pt x="24485" y="48970"/>
                  </a:moveTo>
                  <a:cubicBezTo>
                    <a:pt x="10968" y="48970"/>
                    <a:pt x="0" y="38002"/>
                    <a:pt x="0" y="24485"/>
                  </a:cubicBezTo>
                  <a:cubicBezTo>
                    <a:pt x="0" y="10968"/>
                    <a:pt x="10968" y="0"/>
                    <a:pt x="24485" y="0"/>
                  </a:cubicBezTo>
                  <a:cubicBezTo>
                    <a:pt x="38002" y="0"/>
                    <a:pt x="48970" y="10968"/>
                    <a:pt x="48970" y="24485"/>
                  </a:cubicBezTo>
                  <a:cubicBezTo>
                    <a:pt x="48970" y="38002"/>
                    <a:pt x="38002" y="48970"/>
                    <a:pt x="24485" y="48970"/>
                  </a:cubicBezTo>
                  <a:close/>
                  <a:moveTo>
                    <a:pt x="24485" y="5540"/>
                  </a:moveTo>
                  <a:cubicBezTo>
                    <a:pt x="14015" y="5540"/>
                    <a:pt x="5540" y="14015"/>
                    <a:pt x="5540" y="24485"/>
                  </a:cubicBezTo>
                  <a:cubicBezTo>
                    <a:pt x="5540" y="34955"/>
                    <a:pt x="14015" y="43430"/>
                    <a:pt x="24485" y="43430"/>
                  </a:cubicBezTo>
                  <a:cubicBezTo>
                    <a:pt x="34955" y="43430"/>
                    <a:pt x="43430" y="34955"/>
                    <a:pt x="43430" y="24485"/>
                  </a:cubicBezTo>
                  <a:cubicBezTo>
                    <a:pt x="43430" y="14015"/>
                    <a:pt x="34955" y="5540"/>
                    <a:pt x="24485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1" name="Google Shape;159;p7"/>
            <p:cNvSpPr/>
            <p:nvPr/>
          </p:nvSpPr>
          <p:spPr>
            <a:xfrm>
              <a:off x="5835600" y="113040"/>
              <a:ext cx="87840" cy="87840"/>
            </a:xfrm>
            <a:custGeom>
              <a:avLst/>
              <a:gdLst>
                <a:gd name="textAreaLeft" fmla="*/ 0 w 87840"/>
                <a:gd name="textAreaRight" fmla="*/ 90000 w 87840"/>
                <a:gd name="textAreaTop" fmla="*/ 0 h 87840"/>
                <a:gd name="textAreaBottom" fmla="*/ 90000 h 87840"/>
              </a:gdLst>
              <a:ahLst/>
              <a:rect l="textAreaLeft" t="textAreaTop" r="textAreaRight" b="textAreaBottom"/>
              <a:pathLst>
                <a:path w="72679" h="72679">
                  <a:moveTo>
                    <a:pt x="36340" y="72679"/>
                  </a:moveTo>
                  <a:cubicBezTo>
                    <a:pt x="16286" y="72679"/>
                    <a:pt x="0" y="56393"/>
                    <a:pt x="0" y="36340"/>
                  </a:cubicBezTo>
                  <a:cubicBezTo>
                    <a:pt x="0" y="16286"/>
                    <a:pt x="16286" y="0"/>
                    <a:pt x="36340" y="0"/>
                  </a:cubicBezTo>
                  <a:cubicBezTo>
                    <a:pt x="56393" y="0"/>
                    <a:pt x="72679" y="16286"/>
                    <a:pt x="72679" y="36340"/>
                  </a:cubicBezTo>
                  <a:cubicBezTo>
                    <a:pt x="72679" y="56393"/>
                    <a:pt x="56393" y="72679"/>
                    <a:pt x="36340" y="72679"/>
                  </a:cubicBezTo>
                  <a:close/>
                  <a:moveTo>
                    <a:pt x="36340" y="5540"/>
                  </a:moveTo>
                  <a:cubicBezTo>
                    <a:pt x="19333" y="5540"/>
                    <a:pt x="5540" y="19333"/>
                    <a:pt x="5540" y="36340"/>
                  </a:cubicBezTo>
                  <a:cubicBezTo>
                    <a:pt x="5540" y="53346"/>
                    <a:pt x="19333" y="67140"/>
                    <a:pt x="36340" y="67140"/>
                  </a:cubicBezTo>
                  <a:cubicBezTo>
                    <a:pt x="53346" y="67140"/>
                    <a:pt x="67140" y="53346"/>
                    <a:pt x="67140" y="36340"/>
                  </a:cubicBezTo>
                  <a:cubicBezTo>
                    <a:pt x="67140" y="19333"/>
                    <a:pt x="53346" y="5540"/>
                    <a:pt x="36340" y="5540"/>
                  </a:cubicBez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2" name="Google Shape;160;p7"/>
            <p:cNvSpPr/>
            <p:nvPr/>
          </p:nvSpPr>
          <p:spPr>
            <a:xfrm>
              <a:off x="8571240" y="4093920"/>
              <a:ext cx="258120" cy="236520"/>
            </a:xfrm>
            <a:custGeom>
              <a:avLst/>
              <a:gdLst>
                <a:gd name="textAreaLeft" fmla="*/ 0 w 258120"/>
                <a:gd name="textAreaRight" fmla="*/ 260280 w 258120"/>
                <a:gd name="textAreaTop" fmla="*/ 0 h 236520"/>
                <a:gd name="textAreaBottom" fmla="*/ 238680 h 236520"/>
              </a:gdLst>
              <a:ahLst/>
              <a:rect l="textAreaLeft" t="textAreaTop" r="textAreaRight" b="textAreaBottom"/>
              <a:pathLst>
                <a:path w="210005" h="192444">
                  <a:moveTo>
                    <a:pt x="210005" y="192445"/>
                  </a:moveTo>
                  <a:lnTo>
                    <a:pt x="0" y="192445"/>
                  </a:lnTo>
                  <a:lnTo>
                    <a:pt x="1108" y="190395"/>
                  </a:lnTo>
                  <a:lnTo>
                    <a:pt x="104975" y="0"/>
                  </a:lnTo>
                  <a:lnTo>
                    <a:pt x="210005" y="192445"/>
                  </a:lnTo>
                  <a:close/>
                  <a:moveTo>
                    <a:pt x="4653" y="189675"/>
                  </a:moveTo>
                  <a:lnTo>
                    <a:pt x="205352" y="189675"/>
                  </a:lnTo>
                  <a:lnTo>
                    <a:pt x="105030" y="5761"/>
                  </a:lnTo>
                  <a:lnTo>
                    <a:pt x="4709" y="189675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3" name="Google Shape;161;p7"/>
            <p:cNvSpPr/>
            <p:nvPr/>
          </p:nvSpPr>
          <p:spPr>
            <a:xfrm>
              <a:off x="8737920" y="1622880"/>
              <a:ext cx="91800" cy="83880"/>
            </a:xfrm>
            <a:custGeom>
              <a:avLst/>
              <a:gdLst>
                <a:gd name="textAreaLeft" fmla="*/ 0 w 91800"/>
                <a:gd name="textAreaRight" fmla="*/ 93960 w 918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35" y="0"/>
                  </a:moveTo>
                  <a:lnTo>
                    <a:pt x="0" y="69411"/>
                  </a:lnTo>
                  <a:lnTo>
                    <a:pt x="37835" y="69411"/>
                  </a:lnTo>
                  <a:lnTo>
                    <a:pt x="75726" y="69411"/>
                  </a:lnTo>
                  <a:lnTo>
                    <a:pt x="37835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4" name="Google Shape;162;p7"/>
            <p:cNvSpPr/>
            <p:nvPr/>
          </p:nvSpPr>
          <p:spPr>
            <a:xfrm>
              <a:off x="713160" y="113040"/>
              <a:ext cx="344880" cy="316080"/>
            </a:xfrm>
            <a:custGeom>
              <a:avLst/>
              <a:gdLst>
                <a:gd name="textAreaLeft" fmla="*/ 0 w 344880"/>
                <a:gd name="textAreaRight" fmla="*/ 347040 w 344880"/>
                <a:gd name="textAreaTop" fmla="*/ 0 h 316080"/>
                <a:gd name="textAreaBottom" fmla="*/ 318240 h 316080"/>
              </a:gdLst>
              <a:ahLst/>
              <a:rect l="textAreaLeft" t="textAreaTop" r="textAreaRight" b="textAreaBottom"/>
              <a:pathLst>
                <a:path w="75726" h="69410">
                  <a:moveTo>
                    <a:pt x="37891" y="0"/>
                  </a:moveTo>
                  <a:lnTo>
                    <a:pt x="0" y="69411"/>
                  </a:lnTo>
                  <a:lnTo>
                    <a:pt x="37891" y="69411"/>
                  </a:lnTo>
                  <a:lnTo>
                    <a:pt x="75726" y="69411"/>
                  </a:lnTo>
                  <a:lnTo>
                    <a:pt x="37891" y="0"/>
                  </a:lnTo>
                  <a:close/>
                </a:path>
              </a:pathLst>
            </a:custGeom>
            <a:solidFill>
              <a:srgbClr val="ffffff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228600" y="1431360"/>
            <a:ext cx="8685000" cy="180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4500" spc="-1" strike="noStrike">
                <a:solidFill>
                  <a:schemeClr val="dk1"/>
                </a:solidFill>
                <a:latin typeface="Spline Sans"/>
                <a:ea typeface="Spline Sans"/>
              </a:rPr>
              <a:t>GPU‑Accelerated Lattice‑Boltzmann in PyTorch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PlaceHolder 2"/>
          <p:cNvSpPr>
            <a:spLocks noGrp="1"/>
          </p:cNvSpPr>
          <p:nvPr>
            <p:ph type="subTitle"/>
          </p:nvPr>
        </p:nvSpPr>
        <p:spPr>
          <a:xfrm>
            <a:off x="1397160" y="3236400"/>
            <a:ext cx="6347880" cy="47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Didact Gothic"/>
                <a:ea typeface="Didact Gothic"/>
              </a:rPr>
              <a:t>Walid Abdul Hakim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Motivation 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/>
          </p:nvPr>
        </p:nvSpPr>
        <p:spPr>
          <a:xfrm rot="21574200">
            <a:off x="457920" y="2057400"/>
            <a:ext cx="822780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Leverage existing expertise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Benchmark an “unusual” use‑case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Accelerate iteration cycles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chemeClr val="dk1"/>
                </a:solidFill>
                <a:latin typeface="Spline Sans"/>
                <a:ea typeface="Spline Sans"/>
              </a:rPr>
              <a:t>Verification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Google Shape;543;p27"/>
          <p:cNvSpPr/>
          <p:nvPr/>
        </p:nvSpPr>
        <p:spPr>
          <a:xfrm>
            <a:off x="2238840" y="4134600"/>
            <a:ext cx="166716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3" name="Google Shape;544;p27"/>
          <p:cNvSpPr/>
          <p:nvPr/>
        </p:nvSpPr>
        <p:spPr>
          <a:xfrm>
            <a:off x="3905280" y="4134600"/>
            <a:ext cx="29977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chemeClr val="dk1"/>
                </a:solidFill>
                <a:latin typeface="Didact Gothic"/>
                <a:ea typeface="Didact Gothic"/>
              </a:rPr>
              <a:t>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685800" y="1828800"/>
            <a:ext cx="777060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chemeClr val="dk1"/>
                </a:solidFill>
                <a:latin typeface="Spline Sans"/>
                <a:ea typeface="Spline Sans"/>
              </a:rPr>
              <a:t>Verification I: Shear‑Wave Decay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6" name="" descr=""/>
          <p:cNvPicPr/>
          <p:nvPr/>
        </p:nvPicPr>
        <p:blipFill>
          <a:blip r:embed="rId1"/>
          <a:stretch/>
        </p:blipFill>
        <p:spPr>
          <a:xfrm>
            <a:off x="1143000" y="1143000"/>
            <a:ext cx="7084800" cy="371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754560" y="34200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chemeClr val="dk1"/>
                </a:solidFill>
                <a:latin typeface="Spline Sans"/>
                <a:ea typeface="Spline Sans"/>
              </a:rPr>
              <a:t>Verification II: Viscosity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8" name="" descr=""/>
          <p:cNvPicPr/>
          <p:nvPr/>
        </p:nvPicPr>
        <p:blipFill>
          <a:blip r:embed="rId1"/>
          <a:stretch/>
        </p:blipFill>
        <p:spPr>
          <a:xfrm>
            <a:off x="2057400" y="1037160"/>
            <a:ext cx="5069880" cy="376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3500" spc="-1" strike="noStrike">
                <a:solidFill>
                  <a:schemeClr val="dk1"/>
                </a:solidFill>
                <a:latin typeface="Spline Sans"/>
                <a:ea typeface="Spline Sans"/>
              </a:rPr>
              <a:t>Key Improvements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457200" y="2286000"/>
            <a:ext cx="5486040" cy="18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Selective torch.compile for certain functions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Manual Optimisations &amp; Unrolling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A few other micro-tunings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720000" y="349920"/>
            <a:ext cx="77018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Selective `torch.compile`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/>
          </p:nvPr>
        </p:nvSpPr>
        <p:spPr>
          <a:xfrm>
            <a:off x="686520" y="182880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Compile only pure math/high‑arithmetic‑intensity parts: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`collision_streaming_step` – fused collision &amp; rolls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   • 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`apply_boundary_conditions`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 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`compute_macroscopic` – vectorised sums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Control flow, allocation, logging, visualization remain ordinary Python so iteration is quick and debugging is friendly.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" descr=""/>
          <p:cNvPicPr/>
          <p:nvPr/>
        </p:nvPicPr>
        <p:blipFill>
          <a:blip r:embed="rId1"/>
          <a:stretch/>
        </p:blipFill>
        <p:spPr>
          <a:xfrm>
            <a:off x="1088280" y="742320"/>
            <a:ext cx="7000200" cy="368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720000" y="213120"/>
            <a:ext cx="770184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alibri"/>
              </a:rPr>
              <a:t>Other Optimizations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457920" y="1828800"/>
            <a:ext cx="8228160" cy="18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Unrolled sum and stack functions.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Warming up gpu.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Other micro-tunings like avoiding creating new tensords, pre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allocating, manual bounce back logic.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" descr=""/>
          <p:cNvPicPr/>
          <p:nvPr/>
        </p:nvPicPr>
        <p:blipFill>
          <a:blip r:embed="rId1"/>
          <a:stretch/>
        </p:blipFill>
        <p:spPr>
          <a:xfrm>
            <a:off x="501480" y="573480"/>
            <a:ext cx="8172720" cy="402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1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Conclusion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/>
          </p:nvPr>
        </p:nvSpPr>
        <p:spPr>
          <a:xfrm>
            <a:off x="228600" y="1143000"/>
            <a:ext cx="8686800" cy="365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Pros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Rapid Iteration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Compact and readable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Rich tooling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29" spc="-1" strike="noStrike">
                <a:solidFill>
                  <a:srgbClr val="ffffff"/>
                </a:solidFill>
                <a:latin typeface="Arial"/>
              </a:rPr>
              <a:t>Cons</a:t>
            </a:r>
            <a:endParaRPr b="0" lang="en-US" sz="2029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Fine-grained control &amp; portability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Memory overhead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Determinism and long run stability</a:t>
            </a:r>
            <a:br>
              <a:rPr sz="2000"/>
            </a:br>
            <a:br>
              <a:rPr sz="1000"/>
            </a:b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chemeClr val="dk1"/>
                </a:solidFill>
                <a:latin typeface="Spline Sans"/>
                <a:ea typeface="Spline Sans"/>
              </a:rPr>
              <a:t>Demo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0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88560" y="685800"/>
            <a:ext cx="3839040" cy="388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85800" y="2170800"/>
            <a:ext cx="7701840" cy="57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Thank you for your attention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Dark Waves Pitch Deck by Slidesgo">
  <a:themeElements>
    <a:clrScheme name="Simple Light">
      <a:dk1>
        <a:srgbClr val="ffffff"/>
      </a:dk1>
      <a:lt1>
        <a:srgbClr val="000000"/>
      </a:lt1>
      <a:dk2>
        <a:srgbClr val="636363"/>
      </a:dk2>
      <a:lt2>
        <a:srgbClr val="a2a2a2"/>
      </a:lt2>
      <a:accent1>
        <a:srgbClr val="c3c3c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2025-07-22T22:28:08Z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